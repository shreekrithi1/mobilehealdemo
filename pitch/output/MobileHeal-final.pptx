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b3e4c818244b50" /><Relationship Type="http://schemas.openxmlformats.org/officeDocument/2006/relationships/extended-properties" Target="/docProps/app.xml" Id="Red8e034b0acd43ff" /><Relationship Type="http://schemas.openxmlformats.org/officeDocument/2006/relationships/officeDocument" Target="/ppt/presentation.xml" Id="R4deea2f921b148e8" /></Relationships>
</file>

<file path=ppt/presentation.xml><?xml version="1.0" encoding="utf-8"?>
<p:presentation xmlns:p="http://schemas.openxmlformats.org/presentationml/2006/main">
  <p:sldMasterIdLst>
    <p:sldMasterId xmlns:r="http://schemas.openxmlformats.org/officeDocument/2006/relationships" id="2147483648" r:id="R1d88b1e0d4724b7a"/>
  </p:sldMasterIdLst>
  <p:notesMasterIdLst>
    <p:notesMasterId xmlns:r="http://schemas.openxmlformats.org/officeDocument/2006/relationships" r:id="Ra355f91a6616450d"/>
  </p:notesMasterIdLst>
  <p:sldIdLst>
    <p:sldId xmlns:r="http://schemas.openxmlformats.org/officeDocument/2006/relationships" id="256" r:id="Redcf3b0bfa5d46b7"/>
    <p:sldId xmlns:r="http://schemas.openxmlformats.org/officeDocument/2006/relationships" id="257" r:id="R21737b0bc37540e5"/>
    <p:sldId xmlns:r="http://schemas.openxmlformats.org/officeDocument/2006/relationships" id="258" r:id="Rf4483129db594c70"/>
    <p:sldId xmlns:r="http://schemas.openxmlformats.org/officeDocument/2006/relationships" id="259" r:id="R5976239841cb44e7"/>
    <p:sldId xmlns:r="http://schemas.openxmlformats.org/officeDocument/2006/relationships" id="260" r:id="R51d2f9298a9544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697fffc2784015" /><Relationship Type="http://schemas.openxmlformats.org/officeDocument/2006/relationships/slideMaster" Target="/ppt/slideMasters/slideMaster1.xml" Id="R1d88b1e0d4724b7a" /><Relationship Type="http://schemas.openxmlformats.org/officeDocument/2006/relationships/notesMaster" Target="/ppt/notesMasters/notesMaster1.xml" Id="Ra355f91a6616450d" /><Relationship Type="http://schemas.openxmlformats.org/officeDocument/2006/relationships/presProps" Target="/ppt/presProps.xml" Id="Ref5d4d700f514950" /><Relationship Type="http://schemas.openxmlformats.org/officeDocument/2006/relationships/tableStyles" Target="/ppt/tableStyles.xml" Id="R14e17a6ce7bf42dc" /><Relationship Type="http://schemas.openxmlformats.org/officeDocument/2006/relationships/slide" Target="/ppt/slides/slide1.xml" Id="Redcf3b0bfa5d46b7" /><Relationship Type="http://schemas.openxmlformats.org/officeDocument/2006/relationships/slide" Target="/ppt/slides/slide2.xml" Id="R21737b0bc37540e5" /><Relationship Type="http://schemas.openxmlformats.org/officeDocument/2006/relationships/slide" Target="/ppt/slides/slide3.xml" Id="Rf4483129db594c70" /><Relationship Type="http://schemas.openxmlformats.org/officeDocument/2006/relationships/slide" Target="/ppt/slides/slide4.xml" Id="R5976239841cb44e7" /><Relationship Type="http://schemas.openxmlformats.org/officeDocument/2006/relationships/slide" Target="/ppt/slides/slide5.xml" Id="R51d2f9298a9544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f9db77425347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0af12c21f4426b" /><Relationship Type="http://schemas.openxmlformats.org/officeDocument/2006/relationships/notesMaster" Target="/ppt/notesMasters/notesMaster1.xml" Id="Ra88cbb7a4afe43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7f4f8a8a5746b2" /><Relationship Type="http://schemas.openxmlformats.org/officeDocument/2006/relationships/notesMaster" Target="/ppt/notesMasters/notesMaster1.xml" Id="R5f6e05525d7d43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d48d1dd3ae4778" /><Relationship Type="http://schemas.openxmlformats.org/officeDocument/2006/relationships/notesMaster" Target="/ppt/notesMasters/notesMaster1.xml" Id="Rdef1bdf6df4f41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ed24cb053f417f" /><Relationship Type="http://schemas.openxmlformats.org/officeDocument/2006/relationships/notesMaster" Target="/ppt/notesMasters/notesMaster1.xml" Id="R239cd8e3769341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a2802d815a4a86" /><Relationship Type="http://schemas.openxmlformats.org/officeDocument/2006/relationships/notesMaster" Target="/ppt/notesMasters/notesMaster1.xml" Id="R4429559d17764f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Audience: product owners, mobile developers, architects. Example is illustrative, not a measured customer outcome. Existing demo includes delivery, crash healing and data quality workflows.</a:t>
            </a:r>
          </a:p>
          <a:p xmlns:a="http://schemas.openxmlformats.org/drawingml/2006/main">
            <a:r>
              <a:t>Source: approved product design, docs/superpowers/specs/2026-10-10-mobileheal-product-design.md. Verified local evidence harness uses SQLite records, requirements/design inspection, fixed-command receipts for code/test/crash evidence, and deterministic reviewers with limited scope. Integrations and approval identities in local mode are simulated. The production boundary remains a proposed design. Native execution remains unavailable until isolation and runtime validation. Live connectors and production controls require separate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view explains change, uncertainty and next human action. Developers expand diffs, test outputs and reviewer findings. Architects inspect policies and execution records. The local evidence harness records requirements/design inspection and actual fixed-command receipts for code, test and synthetic crash checks. Deterministic reviewers check a limited declared scope. The harness uses SQLite persistence. Human identities remain simulated in local mode.</a:t>
            </a:r>
          </a:p>
          <a:p xmlns:a="http://schemas.openxmlformats.org/drawingml/2006/main">
            <a:r>
              <a:t>Source: approved product design, docs/superpowers/specs/2026-10-10-mobileheal-product-design.md. Verified local evidence harness uses SQLite records, requirements/design inspection, fixed-command receipts for code/test/crash evidence, and deterministic reviewers with limited scope. Integrations and approval identities in local mode are simulated. The production boundary remains a proposed design. Native execution remains unavailable until isolation and runtime validation. Live connectors and production controls require separate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shows five intake categories. Live external connectors remain conditional on configuration and validation. The local evidence harness normalizes requests and provides stage records. Requirements and design receive human approval before implementation. At each stage, required reviewers receive frozen evidence independently and do not see sibling verdicts. Join waits for every required review. Missing, failed or timed-out reviewers block advancement. Rework creates a new revision and invalidates dependent approvals. Separate execution is not proof of statistical independence.</a:t>
            </a:r>
          </a:p>
          <a:p xmlns:a="http://schemas.openxmlformats.org/drawingml/2006/main">
            <a:r>
              <a:t>Source: approved product design, docs/superpowers/specs/2026-10-10-mobileheal-product-design.md. Verified local evidence harness uses SQLite records, requirements/design inspection, fixed-command receipts for code/test/crash evidence, and deterministic reviewers with limited scope. Integrations and approval identities in local mode are simulated. The production boundary remains a proposed design. Native execution remains unavailable until isolation and runtime validation. Live connectors and production controls require separate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evidence score: acceptance coverage 30%, executed verification 30%, required review completeness 25%, reproducibility/provenance 15%. Unknown earns zero, skipped is not passed. Initial threshold 85 is a policy choice, not empirical accuracy. Every mandatory check must also pass. Limits: two stage rework rounds, no automatic retry of unreconciled mutations, reviewer timeout 120s and fixed-command tool timeout 300s. Native execution remains unavailable pending isolation and runtime validation.</a:t>
            </a:r>
          </a:p>
          <a:p xmlns:a="http://schemas.openxmlformats.org/drawingml/2006/main">
            <a:r>
              <a:t>Source: approved product design, docs/superpowers/specs/2026-10-10-mobileheal-product-design.md. Verified local evidence harness uses SQLite records, requirements/design inspection, fixed-command receipts for code/test/crash evidence, and deterministic reviewers with limited scope. Integrations and approval identities in local mode are simulated. The production boundary remains a proposed design. Native execution remains unavailable until isolation and runtime validation. Live connectors and production controls require separate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Single tenant initial production design. TLS ingress, OIDC roles, API, bounded isolated worker containers, persistent database, separate artifact storage and managed secrets. Local SQLite adapter exists; production database support must be explicit. Pilot requires current-commit review/test evidence and human authorization, crash reproduction/replay, blocked-gate tests, restart/cancellation/idempotency checks and browser accessibility. Security review, load testing, backup restore and rollback remain release requirements. No public deployment or certification is claimed.</a:t>
            </a:r>
          </a:p>
          <a:p xmlns:a="http://schemas.openxmlformats.org/drawingml/2006/main">
            <a:r>
              <a:t>Source: approved product design, docs/superpowers/specs/2026-10-10-mobileheal-product-design.md. Verified local evidence harness uses SQLite records, requirements/design inspection, fixed-command receipts for code/test/crash evidence, and deterministic reviewers with limited scope. Integrations and approval identities in local mode are simulated. The production boundary remains a proposed design. Native execution remains unavailable until isolation and runtime validation. Live connectors and production controls require separate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3da5430f41465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c54b6242b6340b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938b980e0e4bc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d113ab5b61b45d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a1a6b3a6985430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3105d4b4a0a46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4BB388-E243-48AD-A33B-805A6341AF2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74EE65B-F183-4BF2-BCEB-1A5C7D6C8FF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2FA8260-F8C9-4867-A844-A40DCC00F6A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3F76B9-025B-4484-B6AB-7FE9410A9A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A7A286C-8C34-472E-AF66-666BD39017D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A5C3172-31EE-4F65-9FFE-F75554976E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DD1114C-30F6-4C95-ADDB-853FEB6EF5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4CDA287-276F-4DDB-903C-857F73C6657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15410B-B400-4AF3-BE5B-BF24BC3626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52D0E7-FF25-4E3E-AB3E-DFDA9DA76A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e72ff4435a4caf" /><Relationship Type="http://schemas.openxmlformats.org/officeDocument/2006/relationships/slideLayout" Target="/ppt/slideLayouts/slideLayout1.xml" Id="R4593f8f9dcf74cca" /><Relationship Type="http://schemas.openxmlformats.org/officeDocument/2006/relationships/slideLayout" Target="/ppt/slideLayouts/slideLayout2.xml" Id="R1d70773bea9343b1" /><Relationship Type="http://schemas.openxmlformats.org/officeDocument/2006/relationships/slideLayout" Target="/ppt/slideLayouts/slideLayout3.xml" Id="R67512d939e4f485c" /><Relationship Type="http://schemas.openxmlformats.org/officeDocument/2006/relationships/slideLayout" Target="/ppt/slideLayouts/slideLayout4.xml" Id="R47a211195c3c4dd4" /><Relationship Type="http://schemas.openxmlformats.org/officeDocument/2006/relationships/slideLayout" Target="/ppt/slideLayouts/slideLayout5.xml" Id="R9d84ad30520f4cfb" /><Relationship Type="http://schemas.openxmlformats.org/officeDocument/2006/relationships/slideLayout" Target="/ppt/slideLayouts/slideLayout6.xml" Id="Rb3eff0d0c4df45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93f8f9dcf74cca"/>
    <p:sldLayoutId xmlns:r="http://schemas.openxmlformats.org/officeDocument/2006/relationships" id="2147483650" r:id="R1d70773bea9343b1"/>
    <p:sldLayoutId xmlns:r="http://schemas.openxmlformats.org/officeDocument/2006/relationships" id="2147483651" r:id="R67512d939e4f485c"/>
    <p:sldLayoutId xmlns:r="http://schemas.openxmlformats.org/officeDocument/2006/relationships" id="2147483652" r:id="R47a211195c3c4dd4"/>
    <p:sldLayoutId xmlns:r="http://schemas.openxmlformats.org/officeDocument/2006/relationships" id="2147483653" r:id="R9d84ad30520f4cfb"/>
    <p:sldLayoutId xmlns:r="http://schemas.openxmlformats.org/officeDocument/2006/relationships" id="2147483654" r:id="Rb3eff0d0c4df45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d9d1013643a4651" /><Relationship Type="http://schemas.openxmlformats.org/officeDocument/2006/relationships/notesSlide" Target="/ppt/notesSlides/notesSlide1.xml" Id="R8261bc6d610b4c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31a9fc5101d44a1" /><Relationship Type="http://schemas.openxmlformats.org/officeDocument/2006/relationships/notesSlide" Target="/ppt/notesSlides/notesSlide2.xml" Id="Rd9c7022bc42e4d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5237f3a4538475d" /><Relationship Type="http://schemas.openxmlformats.org/officeDocument/2006/relationships/notesSlide" Target="/ppt/notesSlides/notesSlide3.xml" Id="Rdd9c550680584a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098b08a63114d32" /><Relationship Type="http://schemas.openxmlformats.org/officeDocument/2006/relationships/notesSlide" Target="/ppt/notesSlides/notesSlide4.xml" Id="Rceed68d5159e42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1ead2e74c7b48a4" /><Relationship Type="http://schemas.openxmlformats.org/officeDocument/2006/relationships/notesSlide" Target="/ppt/notesSlides/notesSlide5.xml" Id="Rd6b35b7dbe0044f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8C8A7B54-729E-4DBA-81CF-A4AA5980DC42}"/>
              </a:ext>
            </a:extLst>
          </p:cNvPr>
          <p:cNvCxnSpPr>
            <a:stCxn xmlns:a="http://schemas.openxmlformats.org/drawingml/2006/main" id="8" idx="2"/>
            <a:endCxn xmlns:a="http://schemas.openxmlformats.org/drawingml/2006/main" id="9" idx="0"/>
          </p:cNvCxnSpPr>
          <p:nvPr/>
        </p:nvCxnSpPr>
        <p:spPr>
          <a:xfrm xmlns:a="http://schemas.openxmlformats.org/drawingml/2006/main">
            <a:off x="9144000" y="4257675"/>
            <a:ext cx="0" cy="514350"/>
          </a:xfrm>
          <a:prstGeom xmlns:a="http://schemas.openxmlformats.org/drawingml/2006/main" prst="straightConnector1">
            <a:avLst/>
          </a:prstGeom>
          <a:ln xmlns:a="http://schemas.openxmlformats.org/drawingml/2006/main" w="19050">
            <a:solidFill>
              <a:srgbClr val="008C88"/>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E6B10365-9F8C-45DD-A321-0167C6ED8703}"/>
              </a:ext>
            </a:extLst>
          </p:cNvPr>
          <p:cNvCxnSpPr>
            <a:stCxn xmlns:a="http://schemas.openxmlformats.org/drawingml/2006/main" id="7" idx="2"/>
            <a:endCxn xmlns:a="http://schemas.openxmlformats.org/drawingml/2006/main" id="8" idx="0"/>
          </p:cNvCxnSpPr>
          <p:nvPr/>
        </p:nvCxnSpPr>
        <p:spPr>
          <a:xfrm xmlns:a="http://schemas.openxmlformats.org/drawingml/2006/main">
            <a:off x="9144000" y="2724150"/>
            <a:ext cx="0" cy="514350"/>
          </a:xfrm>
          <a:prstGeom xmlns:a="http://schemas.openxmlformats.org/drawingml/2006/main" prst="straightConnector1">
            <a:avLst/>
          </a:prstGeom>
          <a:ln xmlns:a="http://schemas.openxmlformats.org/drawingml/2006/main" w="19050">
            <a:solidFill>
              <a:srgbClr val="008C88"/>
            </a:solidFill>
            <a:prstDash val="solid"/>
            <a:tailEnd type="arrow" w="med" len="med"/>
          </a:ln>
        </p:spPr>
      </p:cxnSp>
      <p:sp>
        <p:nvSpPr>
          <p:cNvPr id="12" name="">
            <a:extLst xmlns:a="http://schemas.openxmlformats.org/drawingml/2006/main">
              <a:ext uri="{FF2B5EF4-FFF2-40B4-BE49-F238E27FC236}">
                <a16:creationId xmlns:a16="http://schemas.microsoft.com/office/drawing/2014/main" id="{0849CD84-C010-4F31-8426-F259E9A4C73A}"/>
              </a:ext>
            </a:extLst>
          </p:cNvPr>
          <p:cNvSpPr>
            <a:spLocks xmlns:a="http://schemas.openxmlformats.org/drawingml/2006/main" noGrp="1"/>
          </p:cNvSpPr>
          <p:nvPr/>
        </p:nvSpPr>
        <p:spPr>
          <a:xfrm xmlns:a="http://schemas.openxmlformats.org/drawingml/2006/main">
            <a:off x="609600" y="51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3449"/>
                </a:solidFill>
                <a:latin typeface="Arial"/>
                <a:ea typeface="Arial"/>
                <a:cs typeface="Arial"/>
              </a:defRPr>
            </a:defPPr>
          </a:lstStyle>
          <a:p xmlns:a="http://schemas.openxmlformats.org/drawingml/2006/main">
            <a:pPr>
              <a:defRPr sz="3150" b="1">
                <a:solidFill>
                  <a:srgbClr val="133449"/>
                </a:solidFill>
                <a:latin typeface="Arial"/>
                <a:ea typeface="Arial"/>
                <a:cs typeface="Arial"/>
              </a:defRPr>
            </a:pPr>
            <a:r>
              <a:rPr sz="3150" b="1">
                <a:solidFill>
                  <a:srgbClr val="133449"/>
                </a:solidFill>
                <a:latin typeface="Arial"/>
                <a:ea typeface="Arial"/>
                <a:cs typeface="Arial"/>
              </a:rPr>
              <a:t>MobileHeal</a:t>
            </a:r>
          </a:p>
        </p:txBody>
      </p:sp>
      <p:sp>
        <p:nvSpPr>
          <p:cNvPr id="2" name="">
            <a:extLst xmlns:a="http://schemas.openxmlformats.org/drawingml/2006/main">
              <a:ext uri="{FF2B5EF4-FFF2-40B4-BE49-F238E27FC236}">
                <a16:creationId xmlns:a16="http://schemas.microsoft.com/office/drawing/2014/main" id="{7067D928-A6E6-4B08-9C6E-EC6FED8CB357}"/>
              </a:ext>
            </a:extLst>
          </p:cNvPr>
          <p:cNvSpPr>
            <a:spLocks xmlns:a="http://schemas.openxmlformats.org/drawingml/2006/main" noGrp="1"/>
          </p:cNvSpPr>
          <p:nvPr/>
        </p:nvSpPr>
        <p:spPr>
          <a:xfrm xmlns:a="http://schemas.openxmlformats.org/drawingml/2006/main">
            <a:off x="609600" y="6353175"/>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08C88"/>
                </a:solidFill>
                <a:latin typeface="Arial"/>
                <a:ea typeface="Arial"/>
                <a:cs typeface="Arial"/>
              </a:defRPr>
            </a:defPPr>
          </a:lstStyle>
          <a:p xmlns:a="http://schemas.openxmlformats.org/drawingml/2006/main">
            <a:pPr>
              <a:defRPr sz="1200" b="1">
                <a:solidFill>
                  <a:srgbClr val="008C88"/>
                </a:solidFill>
                <a:latin typeface="Arial"/>
                <a:ea typeface="Arial"/>
                <a:cs typeface="Arial"/>
              </a:defRPr>
            </a:pPr>
            <a:r>
              <a:rPr sz="1200" b="1">
                <a:solidFill>
                  <a:srgbClr val="008C88"/>
                </a:solidFill>
                <a:latin typeface="Arial"/>
                <a:ea typeface="Arial"/>
                <a:cs typeface="Arial"/>
              </a:rPr>
              <a:t>MobileHeal</a:t>
            </a:r>
          </a:p>
        </p:txBody>
      </p:sp>
      <p:sp>
        <p:nvSpPr>
          <p:cNvPr id="3" name="">
            <a:extLst xmlns:a="http://schemas.openxmlformats.org/drawingml/2006/main">
              <a:ext uri="{FF2B5EF4-FFF2-40B4-BE49-F238E27FC236}">
                <a16:creationId xmlns:a16="http://schemas.microsoft.com/office/drawing/2014/main" id="{4B3A6E30-CBB2-42A9-A128-CB584B453742}"/>
              </a:ext>
            </a:extLst>
          </p:cNvPr>
          <p:cNvSpPr>
            <a:spLocks xmlns:a="http://schemas.openxmlformats.org/drawingml/2006/main" noGrp="1"/>
          </p:cNvSpPr>
          <p:nvPr/>
        </p:nvSpPr>
        <p:spPr>
          <a:xfrm xmlns:a="http://schemas.openxmlformats.org/drawingml/2006/main">
            <a:off x="11096625" y="63531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4717E"/>
                </a:solidFill>
                <a:latin typeface="Arial"/>
                <a:ea typeface="Arial"/>
                <a:cs typeface="Arial"/>
              </a:defRPr>
            </a:defPPr>
          </a:lstStyle>
          <a:p xmlns:a="http://schemas.openxmlformats.org/drawingml/2006/main">
            <a:pPr>
              <a:defRPr sz="1200" b="0">
                <a:solidFill>
                  <a:srgbClr val="54717E"/>
                </a:solidFill>
                <a:latin typeface="Arial"/>
                <a:ea typeface="Arial"/>
                <a:cs typeface="Arial"/>
              </a:defRPr>
            </a:pPr>
            <a:r>
              <a:rPr sz="1200" b="0">
                <a:solidFill>
                  <a:srgbClr val="54717E"/>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C8866719-4619-4743-89FD-AA53DCA4AEDA}"/>
              </a:ext>
            </a:extLst>
          </p:cNvPr>
          <p:cNvSpPr>
            <a:spLocks xmlns:a="http://schemas.openxmlformats.org/drawingml/2006/main" noGrp="1"/>
          </p:cNvSpPr>
          <p:nvPr/>
        </p:nvSpPr>
        <p:spPr>
          <a:xfrm xmlns:a="http://schemas.openxmlformats.org/drawingml/2006/main">
            <a:off x="609600" y="1504950"/>
            <a:ext cx="619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33449"/>
                </a:solidFill>
                <a:latin typeface="Arial"/>
                <a:ea typeface="Arial"/>
                <a:cs typeface="Arial"/>
              </a:defRPr>
            </a:defPPr>
          </a:lstStyle>
          <a:p xmlns:a="http://schemas.openxmlformats.org/drawingml/2006/main">
            <a:pPr>
              <a:defRPr sz="3300" b="1">
                <a:solidFill>
                  <a:srgbClr val="133449"/>
                </a:solidFill>
                <a:latin typeface="Arial"/>
                <a:ea typeface="Arial"/>
                <a:cs typeface="Arial"/>
              </a:defRPr>
            </a:pPr>
            <a:r>
              <a:rPr sz="3300" b="1">
                <a:solidFill>
                  <a:srgbClr val="133449"/>
                </a:solidFill>
                <a:latin typeface="Arial"/>
                <a:ea typeface="Arial"/>
                <a:cs typeface="Arial"/>
              </a:rPr>
              <a:t>Reviewed mobile changes,</a:t>
            </a:r>
          </a:p>
          <a:p xmlns:a="http://schemas.openxmlformats.org/drawingml/2006/main">
            <a:pPr>
              <a:defRPr sz="3300" b="1">
                <a:solidFill>
                  <a:srgbClr val="133449"/>
                </a:solidFill>
                <a:latin typeface="Arial"/>
                <a:ea typeface="Arial"/>
                <a:cs typeface="Arial"/>
              </a:defRPr>
            </a:pPr>
            <a:r>
              <a:rPr sz="3300" b="1">
                <a:solidFill>
                  <a:srgbClr val="133449"/>
                </a:solidFill>
                <a:latin typeface="Arial"/>
                <a:ea typeface="Arial"/>
                <a:cs typeface="Arial"/>
              </a:rPr>
              <a:t>with evidence at every decision</a:t>
            </a:r>
          </a:p>
        </p:txBody>
      </p:sp>
      <p:sp>
        <p:nvSpPr>
          <p:cNvPr id="5" name="">
            <a:extLst xmlns:a="http://schemas.openxmlformats.org/drawingml/2006/main">
              <a:ext uri="{FF2B5EF4-FFF2-40B4-BE49-F238E27FC236}">
                <a16:creationId xmlns:a16="http://schemas.microsoft.com/office/drawing/2014/main" id="{577912FC-DF88-43D6-9F44-ADFA36702A3C}"/>
              </a:ext>
            </a:extLst>
          </p:cNvPr>
          <p:cNvSpPr>
            <a:spLocks xmlns:a="http://schemas.openxmlformats.org/drawingml/2006/main" noGrp="1"/>
          </p:cNvSpPr>
          <p:nvPr/>
        </p:nvSpPr>
        <p:spPr>
          <a:xfrm xmlns:a="http://schemas.openxmlformats.org/drawingml/2006/main">
            <a:off x="609600" y="3171825"/>
            <a:ext cx="552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4717E"/>
                </a:solidFill>
                <a:latin typeface="Arial"/>
                <a:ea typeface="Arial"/>
                <a:cs typeface="Arial"/>
              </a:defRPr>
            </a:defPPr>
          </a:lstStyle>
          <a:p xmlns:a="http://schemas.openxmlformats.org/drawingml/2006/main">
            <a:pPr>
              <a:defRPr sz="1950" b="0">
                <a:solidFill>
                  <a:srgbClr val="54717E"/>
                </a:solidFill>
                <a:latin typeface="Arial"/>
                <a:ea typeface="Arial"/>
                <a:cs typeface="Arial"/>
              </a:defRPr>
            </a:pPr>
            <a:r>
              <a:rPr sz="1950" b="0">
                <a:solidFill>
                  <a:srgbClr val="54717E"/>
                </a:solidFill>
                <a:latin typeface="Arial"/>
                <a:ea typeface="Arial"/>
                <a:cs typeface="Arial"/>
              </a:rPr>
              <a:t>Requests and failures arrive in separate tools. Teams must reconnect the intent, patch, tests and approval.</a:t>
            </a:r>
          </a:p>
        </p:txBody>
      </p:sp>
      <p:sp>
        <p:nvSpPr>
          <p:cNvPr id="6" name="">
            <a:extLst xmlns:a="http://schemas.openxmlformats.org/drawingml/2006/main">
              <a:ext uri="{FF2B5EF4-FFF2-40B4-BE49-F238E27FC236}">
                <a16:creationId xmlns:a16="http://schemas.microsoft.com/office/drawing/2014/main" id="{96F8ADDF-1683-4B98-B32F-21A88FAD4C05}"/>
              </a:ext>
            </a:extLst>
          </p:cNvPr>
          <p:cNvSpPr>
            <a:spLocks xmlns:a="http://schemas.openxmlformats.org/drawingml/2006/main" noGrp="1"/>
          </p:cNvSpPr>
          <p:nvPr/>
        </p:nvSpPr>
        <p:spPr>
          <a:xfrm xmlns:a="http://schemas.openxmlformats.org/drawingml/2006/main">
            <a:off x="609600" y="4981575"/>
            <a:ext cx="581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8C88"/>
                </a:solidFill>
                <a:latin typeface="Arial"/>
                <a:ea typeface="Arial"/>
                <a:cs typeface="Arial"/>
              </a:defRPr>
            </a:defPPr>
          </a:lstStyle>
          <a:p xmlns:a="http://schemas.openxmlformats.org/drawingml/2006/main">
            <a:pPr>
              <a:defRPr sz="1725" b="1">
                <a:solidFill>
                  <a:srgbClr val="008C88"/>
                </a:solidFill>
                <a:latin typeface="Arial"/>
                <a:ea typeface="Arial"/>
                <a:cs typeface="Arial"/>
              </a:defRPr>
            </a:pPr>
            <a:r>
              <a:rPr sz="1725" b="1">
                <a:solidFill>
                  <a:srgbClr val="008C88"/>
                </a:solidFill>
                <a:latin typeface="Arial"/>
                <a:ea typeface="Arial"/>
                <a:cs typeface="Arial"/>
              </a:rPr>
              <a:t>For product owners and mobile engineering teams</a:t>
            </a:r>
          </a:p>
        </p:txBody>
      </p:sp>
      <p:sp>
        <p:nvSpPr>
          <p:cNvPr id="7" name="">
            <a:extLst xmlns:a="http://schemas.openxmlformats.org/drawingml/2006/main">
              <a:ext uri="{FF2B5EF4-FFF2-40B4-BE49-F238E27FC236}">
                <a16:creationId xmlns:a16="http://schemas.microsoft.com/office/drawing/2014/main" id="{C0BFFDBB-D1CD-4D94-B458-91B013A4F0D7}"/>
              </a:ext>
            </a:extLst>
          </p:cNvPr>
          <p:cNvSpPr>
            <a:spLocks xmlns:a="http://schemas.openxmlformats.org/drawingml/2006/main" noGrp="1"/>
          </p:cNvSpPr>
          <p:nvPr/>
        </p:nvSpPr>
        <p:spPr>
          <a:xfrm xmlns:a="http://schemas.openxmlformats.org/drawingml/2006/main">
            <a:off x="7429500" y="1704975"/>
            <a:ext cx="3429000" cy="1019175"/>
          </a:xfrm>
          <a:prstGeom xmlns:a="http://schemas.openxmlformats.org/drawingml/2006/main" prst="roundRect">
            <a:avLst>
              <a:gd name="adj" fmla="val 7477"/>
            </a:avLst>
          </a:prstGeom>
          <a:solidFill xmlns:a="http://schemas.openxmlformats.org/drawingml/2006/main">
            <a:srgbClr val="E9F6F4"/>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650">
                <a:solidFill>
                  <a:srgbClr val="133449"/>
                </a:solidFill>
                <a:latin typeface="Arial"/>
                <a:ea typeface="Arial"/>
                <a:cs typeface="Arial"/>
              </a:defRPr>
            </a:defPPr>
          </a:lstStyle>
          <a:p xmlns:a="http://schemas.openxmlformats.org/drawingml/2006/main">
            <a:pPr algn="ctr">
              <a:defRPr sz="1650">
                <a:solidFill>
                  <a:srgbClr val="133449"/>
                </a:solidFill>
                <a:latin typeface="Arial"/>
                <a:ea typeface="Arial"/>
                <a:cs typeface="Arial"/>
              </a:defRPr>
            </a:pPr>
            <a:r>
              <a:rPr sz="1650">
                <a:solidFill>
                  <a:srgbClr val="133449"/>
                </a:solidFill>
                <a:latin typeface="Arial"/>
                <a:ea typeface="Arial"/>
                <a:cs typeface="Arial"/>
              </a:rPr>
              <a:t>Profile change</a:t>
            </a:r>
          </a:p>
          <a:p xmlns:a="http://schemas.openxmlformats.org/drawingml/2006/main">
            <a:pPr algn="ctr">
              <a:defRPr sz="1650">
                <a:solidFill>
                  <a:srgbClr val="133449"/>
                </a:solidFill>
                <a:latin typeface="Arial"/>
                <a:ea typeface="Arial"/>
                <a:cs typeface="Arial"/>
              </a:defRPr>
            </a:pPr>
            <a:r>
              <a:rPr sz="1650">
                <a:solidFill>
                  <a:srgbClr val="133449"/>
                </a:solidFill>
                <a:latin typeface="Arial"/>
                <a:ea typeface="Arial"/>
                <a:cs typeface="Arial"/>
              </a:rPr>
              <a:t>“Add a preferred name”</a:t>
            </a:r>
          </a:p>
        </p:txBody>
      </p:sp>
      <p:sp>
        <p:nvSpPr>
          <p:cNvPr id="8" name="">
            <a:extLst xmlns:a="http://schemas.openxmlformats.org/drawingml/2006/main">
              <a:ext uri="{FF2B5EF4-FFF2-40B4-BE49-F238E27FC236}">
                <a16:creationId xmlns:a16="http://schemas.microsoft.com/office/drawing/2014/main" id="{FAFF39BA-2211-4185-9B80-857EBA62F82A}"/>
              </a:ext>
            </a:extLst>
          </p:cNvPr>
          <p:cNvSpPr>
            <a:spLocks xmlns:a="http://schemas.openxmlformats.org/drawingml/2006/main" noGrp="1"/>
          </p:cNvSpPr>
          <p:nvPr/>
        </p:nvSpPr>
        <p:spPr>
          <a:xfrm xmlns:a="http://schemas.openxmlformats.org/drawingml/2006/main">
            <a:off x="7429500" y="3238500"/>
            <a:ext cx="3429000" cy="1019175"/>
          </a:xfrm>
          <a:prstGeom xmlns:a="http://schemas.openxmlformats.org/drawingml/2006/main" prst="roundRect">
            <a:avLst>
              <a:gd name="adj" fmla="val 7477"/>
            </a:avLst>
          </a:prstGeom>
          <a:solidFill xmlns:a="http://schemas.openxmlformats.org/drawingml/2006/main">
            <a:srgbClr val="E9F6F4"/>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650">
                <a:solidFill>
                  <a:srgbClr val="133449"/>
                </a:solidFill>
                <a:latin typeface="Arial"/>
                <a:ea typeface="Arial"/>
                <a:cs typeface="Arial"/>
              </a:defRPr>
            </a:defPPr>
          </a:lstStyle>
          <a:p xmlns:a="http://schemas.openxmlformats.org/drawingml/2006/main">
            <a:pPr algn="ctr">
              <a:defRPr sz="1650">
                <a:solidFill>
                  <a:srgbClr val="133449"/>
                </a:solidFill>
                <a:latin typeface="Arial"/>
                <a:ea typeface="Arial"/>
                <a:cs typeface="Arial"/>
              </a:defRPr>
            </a:pPr>
            <a:r>
              <a:rPr sz="1650">
                <a:solidFill>
                  <a:srgbClr val="133449"/>
                </a:solidFill>
                <a:latin typeface="Arial"/>
                <a:ea typeface="Arial"/>
                <a:cs typeface="Arial"/>
              </a:rPr>
              <a:t>Acceptance cases</a:t>
            </a:r>
          </a:p>
          <a:p xmlns:a="http://schemas.openxmlformats.org/drawingml/2006/main">
            <a:pPr algn="ctr">
              <a:defRPr sz="1650">
                <a:solidFill>
                  <a:srgbClr val="133449"/>
                </a:solidFill>
                <a:latin typeface="Arial"/>
                <a:ea typeface="Arial"/>
                <a:cs typeface="Arial"/>
              </a:defRPr>
            </a:pPr>
            <a:r>
              <a:rPr sz="1650">
                <a:solidFill>
                  <a:srgbClr val="133449"/>
                </a:solidFill>
                <a:latin typeface="Arial"/>
                <a:ea typeface="Arial"/>
                <a:cs typeface="Arial"/>
              </a:rPr>
              <a:t>Rules and user behavior</a:t>
            </a:r>
          </a:p>
        </p:txBody>
      </p:sp>
      <p:sp>
        <p:nvSpPr>
          <p:cNvPr id="9" name="">
            <a:extLst xmlns:a="http://schemas.openxmlformats.org/drawingml/2006/main">
              <a:ext uri="{FF2B5EF4-FFF2-40B4-BE49-F238E27FC236}">
                <a16:creationId xmlns:a16="http://schemas.microsoft.com/office/drawing/2014/main" id="{D7AB2D5E-3A2D-4350-9A42-C62198EF2D7C}"/>
              </a:ext>
            </a:extLst>
          </p:cNvPr>
          <p:cNvSpPr>
            <a:spLocks xmlns:a="http://schemas.openxmlformats.org/drawingml/2006/main" noGrp="1"/>
          </p:cNvSpPr>
          <p:nvPr/>
        </p:nvSpPr>
        <p:spPr>
          <a:xfrm xmlns:a="http://schemas.openxmlformats.org/drawingml/2006/main">
            <a:off x="7429500" y="4772025"/>
            <a:ext cx="3429000" cy="1019175"/>
          </a:xfrm>
          <a:prstGeom xmlns:a="http://schemas.openxmlformats.org/drawingml/2006/main" prst="roundRect">
            <a:avLst>
              <a:gd name="adj" fmla="val 7477"/>
            </a:avLst>
          </a:prstGeom>
          <a:solidFill xmlns:a="http://schemas.openxmlformats.org/drawingml/2006/main">
            <a:srgbClr val="E9F6F4"/>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650">
                <a:solidFill>
                  <a:srgbClr val="133449"/>
                </a:solidFill>
                <a:latin typeface="Arial"/>
                <a:ea typeface="Arial"/>
                <a:cs typeface="Arial"/>
              </a:defRPr>
            </a:defPPr>
          </a:lstStyle>
          <a:p xmlns:a="http://schemas.openxmlformats.org/drawingml/2006/main">
            <a:pPr algn="ctr">
              <a:defRPr sz="1650">
                <a:solidFill>
                  <a:srgbClr val="133449"/>
                </a:solidFill>
                <a:latin typeface="Arial"/>
                <a:ea typeface="Arial"/>
                <a:cs typeface="Arial"/>
              </a:defRPr>
            </a:pPr>
            <a:r>
              <a:rPr sz="1650">
                <a:solidFill>
                  <a:srgbClr val="133449"/>
                </a:solidFill>
                <a:latin typeface="Arial"/>
                <a:ea typeface="Arial"/>
                <a:cs typeface="Arial"/>
              </a:rPr>
              <a:t>Reviewed patch</a:t>
            </a:r>
          </a:p>
          <a:p xmlns:a="http://schemas.openxmlformats.org/drawingml/2006/main">
            <a:pPr algn="ctr">
              <a:defRPr sz="1650">
                <a:solidFill>
                  <a:srgbClr val="133449"/>
                </a:solidFill>
                <a:latin typeface="Arial"/>
                <a:ea typeface="Arial"/>
                <a:cs typeface="Arial"/>
              </a:defRPr>
            </a:pPr>
            <a:r>
              <a:rPr sz="1650">
                <a:solidFill>
                  <a:srgbClr val="133449"/>
                </a:solidFill>
                <a:latin typeface="Arial"/>
                <a:ea typeface="Arial"/>
                <a:cs typeface="Arial"/>
              </a:rPr>
              <a:t>Evidence for human approval</a:t>
            </a:r>
          </a:p>
        </p:txBody>
      </p:sp>
    </p:spTree>
    <p:extLst>
      <p:ext uri="{BB962C8B-B14F-4D97-AF65-F5344CB8AC3E}">
        <p14:creationId xmlns:p14="http://schemas.microsoft.com/office/powerpoint/2010/main" val="17778101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A64957E4-97B6-478E-ABA6-B18CA7F57A17}"/>
              </a:ext>
            </a:extLst>
          </p:cNvPr>
          <p:cNvCxnSpPr>
            <a:stCxn xmlns:a="http://schemas.openxmlformats.org/drawingml/2006/main" id="8" idx="3"/>
            <a:endCxn xmlns:a="http://schemas.openxmlformats.org/drawingml/2006/main" id="10" idx="1"/>
          </p:cNvCxnSpPr>
          <p:nvPr/>
        </p:nvCxnSpPr>
        <p:spPr>
          <a:xfrm xmlns:a="http://schemas.openxmlformats.org/drawingml/2006/main">
            <a:off x="8724900" y="2828925"/>
            <a:ext cx="457200" cy="0"/>
          </a:xfrm>
          <a:prstGeom xmlns:a="http://schemas.openxmlformats.org/drawingml/2006/main" prst="straightConnector1">
            <a:avLst/>
          </a:prstGeom>
          <a:ln xmlns:a="http://schemas.openxmlformats.org/drawingml/2006/main" w="19050">
            <a:solidFill>
              <a:srgbClr val="008C88"/>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788B4557-277B-4D85-91FC-6AE43918998F}"/>
              </a:ext>
            </a:extLst>
          </p:cNvPr>
          <p:cNvCxnSpPr>
            <a:stCxn xmlns:a="http://schemas.openxmlformats.org/drawingml/2006/main" id="6" idx="3"/>
            <a:endCxn xmlns:a="http://schemas.openxmlformats.org/drawingml/2006/main" id="8" idx="1"/>
          </p:cNvCxnSpPr>
          <p:nvPr/>
        </p:nvCxnSpPr>
        <p:spPr>
          <a:xfrm xmlns:a="http://schemas.openxmlformats.org/drawingml/2006/main">
            <a:off x="5867400" y="2828925"/>
            <a:ext cx="457200" cy="0"/>
          </a:xfrm>
          <a:prstGeom xmlns:a="http://schemas.openxmlformats.org/drawingml/2006/main" prst="straightConnector1">
            <a:avLst/>
          </a:prstGeom>
          <a:ln xmlns:a="http://schemas.openxmlformats.org/drawingml/2006/main" w="19050">
            <a:solidFill>
              <a:srgbClr val="008C88"/>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DCC156C3-CC39-40F2-939F-A372A1BA8928}"/>
              </a:ext>
            </a:extLst>
          </p:cNvPr>
          <p:cNvCxnSpPr>
            <a:stCxn xmlns:a="http://schemas.openxmlformats.org/drawingml/2006/main" id="5" idx="3"/>
            <a:endCxn xmlns:a="http://schemas.openxmlformats.org/drawingml/2006/main" id="6" idx="1"/>
          </p:cNvCxnSpPr>
          <p:nvPr/>
        </p:nvCxnSpPr>
        <p:spPr>
          <a:xfrm xmlns:a="http://schemas.openxmlformats.org/drawingml/2006/main">
            <a:off x="3009900" y="2828925"/>
            <a:ext cx="457200" cy="0"/>
          </a:xfrm>
          <a:prstGeom xmlns:a="http://schemas.openxmlformats.org/drawingml/2006/main" prst="straightConnector1">
            <a:avLst/>
          </a:prstGeom>
          <a:ln xmlns:a="http://schemas.openxmlformats.org/drawingml/2006/main" w="19050">
            <a:solidFill>
              <a:srgbClr val="008C88"/>
            </a:solidFill>
            <a:prstDash val="solid"/>
            <a:tailEnd type="arrow" w="med" len="med"/>
          </a:ln>
        </p:spPr>
      </p:cxnSp>
      <p:sp>
        <p:nvSpPr>
          <p:cNvPr id="18" name="">
            <a:extLst xmlns:a="http://schemas.openxmlformats.org/drawingml/2006/main">
              <a:ext uri="{FF2B5EF4-FFF2-40B4-BE49-F238E27FC236}">
                <a16:creationId xmlns:a16="http://schemas.microsoft.com/office/drawing/2014/main" id="{B2D574D1-66E9-42D5-A044-FE6A2445CFF7}"/>
              </a:ext>
            </a:extLst>
          </p:cNvPr>
          <p:cNvSpPr>
            <a:spLocks xmlns:a="http://schemas.openxmlformats.org/drawingml/2006/main" noGrp="1"/>
          </p:cNvSpPr>
          <p:nvPr/>
        </p:nvSpPr>
        <p:spPr>
          <a:xfrm xmlns:a="http://schemas.openxmlformats.org/drawingml/2006/main">
            <a:off x="609600" y="51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3449"/>
                </a:solidFill>
                <a:latin typeface="Arial"/>
                <a:ea typeface="Arial"/>
                <a:cs typeface="Arial"/>
              </a:defRPr>
            </a:defPPr>
          </a:lstStyle>
          <a:p xmlns:a="http://schemas.openxmlformats.org/drawingml/2006/main">
            <a:pPr>
              <a:defRPr sz="3150" b="1">
                <a:solidFill>
                  <a:srgbClr val="133449"/>
                </a:solidFill>
                <a:latin typeface="Arial"/>
                <a:ea typeface="Arial"/>
                <a:cs typeface="Arial"/>
              </a:defRPr>
            </a:pPr>
            <a:r>
              <a:rPr sz="3150" b="1">
                <a:solidFill>
                  <a:srgbClr val="133449"/>
                </a:solidFill>
                <a:latin typeface="Arial"/>
                <a:ea typeface="Arial"/>
                <a:cs typeface="Arial"/>
              </a:rPr>
              <a:t>The product experience</a:t>
            </a:r>
          </a:p>
        </p:txBody>
      </p:sp>
      <p:sp>
        <p:nvSpPr>
          <p:cNvPr id="2" name="">
            <a:extLst xmlns:a="http://schemas.openxmlformats.org/drawingml/2006/main">
              <a:ext uri="{FF2B5EF4-FFF2-40B4-BE49-F238E27FC236}">
                <a16:creationId xmlns:a16="http://schemas.microsoft.com/office/drawing/2014/main" id="{5A69808E-10DD-4B63-AC03-C37AD5D50091}"/>
              </a:ext>
            </a:extLst>
          </p:cNvPr>
          <p:cNvSpPr>
            <a:spLocks xmlns:a="http://schemas.openxmlformats.org/drawingml/2006/main" noGrp="1"/>
          </p:cNvSpPr>
          <p:nvPr/>
        </p:nvSpPr>
        <p:spPr>
          <a:xfrm xmlns:a="http://schemas.openxmlformats.org/drawingml/2006/main">
            <a:off x="609600" y="6353175"/>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08C88"/>
                </a:solidFill>
                <a:latin typeface="Arial"/>
                <a:ea typeface="Arial"/>
                <a:cs typeface="Arial"/>
              </a:defRPr>
            </a:defPPr>
          </a:lstStyle>
          <a:p xmlns:a="http://schemas.openxmlformats.org/drawingml/2006/main">
            <a:pPr>
              <a:defRPr sz="1200" b="1">
                <a:solidFill>
                  <a:srgbClr val="008C88"/>
                </a:solidFill>
                <a:latin typeface="Arial"/>
                <a:ea typeface="Arial"/>
                <a:cs typeface="Arial"/>
              </a:defRPr>
            </a:pPr>
            <a:r>
              <a:rPr sz="1200" b="1">
                <a:solidFill>
                  <a:srgbClr val="008C88"/>
                </a:solidFill>
                <a:latin typeface="Arial"/>
                <a:ea typeface="Arial"/>
                <a:cs typeface="Arial"/>
              </a:rPr>
              <a:t>MobileHeal</a:t>
            </a:r>
          </a:p>
        </p:txBody>
      </p:sp>
      <p:sp>
        <p:nvSpPr>
          <p:cNvPr id="3" name="">
            <a:extLst xmlns:a="http://schemas.openxmlformats.org/drawingml/2006/main">
              <a:ext uri="{FF2B5EF4-FFF2-40B4-BE49-F238E27FC236}">
                <a16:creationId xmlns:a16="http://schemas.microsoft.com/office/drawing/2014/main" id="{61109F5C-A93A-4F54-AF8F-A874CCECA1E5}"/>
              </a:ext>
            </a:extLst>
          </p:cNvPr>
          <p:cNvSpPr>
            <a:spLocks xmlns:a="http://schemas.openxmlformats.org/drawingml/2006/main" noGrp="1"/>
          </p:cNvSpPr>
          <p:nvPr/>
        </p:nvSpPr>
        <p:spPr>
          <a:xfrm xmlns:a="http://schemas.openxmlformats.org/drawingml/2006/main">
            <a:off x="11096625" y="63531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4717E"/>
                </a:solidFill>
                <a:latin typeface="Arial"/>
                <a:ea typeface="Arial"/>
                <a:cs typeface="Arial"/>
              </a:defRPr>
            </a:defPPr>
          </a:lstStyle>
          <a:p xmlns:a="http://schemas.openxmlformats.org/drawingml/2006/main">
            <a:pPr>
              <a:defRPr sz="1200" b="0">
                <a:solidFill>
                  <a:srgbClr val="54717E"/>
                </a:solidFill>
                <a:latin typeface="Arial"/>
                <a:ea typeface="Arial"/>
                <a:cs typeface="Arial"/>
              </a:defRPr>
            </a:pPr>
            <a:r>
              <a:rPr sz="1200" b="0">
                <a:solidFill>
                  <a:srgbClr val="54717E"/>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2D22E094-B53B-4AAD-9CE6-F99D3AA9A49B}"/>
              </a:ext>
            </a:extLst>
          </p:cNvPr>
          <p:cNvSpPr>
            <a:spLocks xmlns:a="http://schemas.openxmlformats.org/drawingml/2006/main" noGrp="1"/>
          </p:cNvSpPr>
          <p:nvPr/>
        </p:nvSpPr>
        <p:spPr>
          <a:xfrm xmlns:a="http://schemas.openxmlformats.org/drawingml/2006/main">
            <a:off x="609600" y="13620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4717E"/>
                </a:solidFill>
                <a:latin typeface="Arial"/>
                <a:ea typeface="Arial"/>
                <a:cs typeface="Arial"/>
              </a:defRPr>
            </a:defPPr>
          </a:lstStyle>
          <a:p xmlns:a="http://schemas.openxmlformats.org/drawingml/2006/main">
            <a:pPr>
              <a:defRPr sz="1950" b="0">
                <a:solidFill>
                  <a:srgbClr val="54717E"/>
                </a:solidFill>
                <a:latin typeface="Arial"/>
                <a:ea typeface="Arial"/>
                <a:cs typeface="Arial"/>
              </a:defRPr>
            </a:pPr>
            <a:r>
              <a:rPr sz="1950" b="0">
                <a:solidFill>
                  <a:srgbClr val="54717E"/>
                </a:solidFill>
                <a:latin typeface="Arial"/>
                <a:ea typeface="Arial"/>
                <a:cs typeface="Arial"/>
              </a:rPr>
              <a:t>One request keeps its context through delivery</a:t>
            </a:r>
          </a:p>
        </p:txBody>
      </p:sp>
      <p:sp>
        <p:nvSpPr>
          <p:cNvPr id="5" name="">
            <a:extLst xmlns:a="http://schemas.openxmlformats.org/drawingml/2006/main">
              <a:ext uri="{FF2B5EF4-FFF2-40B4-BE49-F238E27FC236}">
                <a16:creationId xmlns:a16="http://schemas.microsoft.com/office/drawing/2014/main" id="{490C5383-98ED-4418-B012-FAA031078C37}"/>
              </a:ext>
            </a:extLst>
          </p:cNvPr>
          <p:cNvSpPr>
            <a:spLocks xmlns:a="http://schemas.openxmlformats.org/drawingml/2006/main" noGrp="1"/>
          </p:cNvSpPr>
          <p:nvPr/>
        </p:nvSpPr>
        <p:spPr>
          <a:xfrm xmlns:a="http://schemas.openxmlformats.org/drawingml/2006/main">
            <a:off x="609600" y="2390775"/>
            <a:ext cx="2400300" cy="876300"/>
          </a:xfrm>
          <a:prstGeom xmlns:a="http://schemas.openxmlformats.org/drawingml/2006/main" prst="roundRect">
            <a:avLst>
              <a:gd name="adj" fmla="val 8696"/>
            </a:avLst>
          </a:prstGeom>
          <a:solidFill xmlns:a="http://schemas.openxmlformats.org/drawingml/2006/main">
            <a:srgbClr val="E9F6F4"/>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875">
                <a:solidFill>
                  <a:srgbClr val="133449"/>
                </a:solidFill>
                <a:latin typeface="Arial"/>
                <a:ea typeface="Arial"/>
                <a:cs typeface="Arial"/>
              </a:defRPr>
            </a:defPPr>
          </a:lstStyle>
          <a:p xmlns:a="http://schemas.openxmlformats.org/drawingml/2006/main">
            <a:pPr algn="ctr">
              <a:defRPr sz="1875">
                <a:solidFill>
                  <a:srgbClr val="133449"/>
                </a:solidFill>
                <a:latin typeface="Arial"/>
                <a:ea typeface="Arial"/>
                <a:cs typeface="Arial"/>
              </a:defRPr>
            </a:pPr>
            <a:r>
              <a:rPr sz="1875">
                <a:solidFill>
                  <a:srgbClr val="133449"/>
                </a:solidFill>
                <a:latin typeface="Arial"/>
                <a:ea typeface="Arial"/>
                <a:cs typeface="Arial"/>
              </a:rPr>
              <a:t>Request</a:t>
            </a:r>
          </a:p>
        </p:txBody>
      </p:sp>
      <p:sp>
        <p:nvSpPr>
          <p:cNvPr id="6" name="">
            <a:extLst xmlns:a="http://schemas.openxmlformats.org/drawingml/2006/main">
              <a:ext uri="{FF2B5EF4-FFF2-40B4-BE49-F238E27FC236}">
                <a16:creationId xmlns:a16="http://schemas.microsoft.com/office/drawing/2014/main" id="{0DAAE48F-75E1-494D-B675-0DB5A08768D2}"/>
              </a:ext>
            </a:extLst>
          </p:cNvPr>
          <p:cNvSpPr>
            <a:spLocks xmlns:a="http://schemas.openxmlformats.org/drawingml/2006/main" noGrp="1"/>
          </p:cNvSpPr>
          <p:nvPr/>
        </p:nvSpPr>
        <p:spPr>
          <a:xfrm xmlns:a="http://schemas.openxmlformats.org/drawingml/2006/main">
            <a:off x="3467100" y="2390775"/>
            <a:ext cx="2400300" cy="876300"/>
          </a:xfrm>
          <a:prstGeom xmlns:a="http://schemas.openxmlformats.org/drawingml/2006/main" prst="roundRect">
            <a:avLst>
              <a:gd name="adj" fmla="val 8696"/>
            </a:avLst>
          </a:prstGeom>
          <a:solidFill xmlns:a="http://schemas.openxmlformats.org/drawingml/2006/main">
            <a:srgbClr val="E9F6F4"/>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875">
                <a:solidFill>
                  <a:srgbClr val="133449"/>
                </a:solidFill>
                <a:latin typeface="Arial"/>
                <a:ea typeface="Arial"/>
                <a:cs typeface="Arial"/>
              </a:defRPr>
            </a:defPPr>
          </a:lstStyle>
          <a:p xmlns:a="http://schemas.openxmlformats.org/drawingml/2006/main">
            <a:pPr algn="ctr">
              <a:defRPr sz="1875">
                <a:solidFill>
                  <a:srgbClr val="133449"/>
                </a:solidFill>
                <a:latin typeface="Arial"/>
                <a:ea typeface="Arial"/>
                <a:cs typeface="Arial"/>
              </a:defRPr>
            </a:pPr>
            <a:r>
              <a:rPr sz="1875">
                <a:solidFill>
                  <a:srgbClr val="133449"/>
                </a:solidFill>
                <a:latin typeface="Arial"/>
                <a:ea typeface="Arial"/>
                <a:cs typeface="Arial"/>
              </a:rPr>
              <a:t>Review proposal</a:t>
            </a:r>
          </a:p>
        </p:txBody>
      </p:sp>
      <p:sp>
        <p:nvSpPr>
          <p:cNvPr id="8" name="">
            <a:extLst xmlns:a="http://schemas.openxmlformats.org/drawingml/2006/main">
              <a:ext uri="{FF2B5EF4-FFF2-40B4-BE49-F238E27FC236}">
                <a16:creationId xmlns:a16="http://schemas.microsoft.com/office/drawing/2014/main" id="{CD5E816F-78DE-4695-8725-9D7A38D4EC85}"/>
              </a:ext>
            </a:extLst>
          </p:cNvPr>
          <p:cNvSpPr>
            <a:spLocks xmlns:a="http://schemas.openxmlformats.org/drawingml/2006/main" noGrp="1"/>
          </p:cNvSpPr>
          <p:nvPr/>
        </p:nvSpPr>
        <p:spPr>
          <a:xfrm xmlns:a="http://schemas.openxmlformats.org/drawingml/2006/main">
            <a:off x="6324600" y="2390775"/>
            <a:ext cx="2400300" cy="876300"/>
          </a:xfrm>
          <a:prstGeom xmlns:a="http://schemas.openxmlformats.org/drawingml/2006/main" prst="roundRect">
            <a:avLst>
              <a:gd name="adj" fmla="val 8696"/>
            </a:avLst>
          </a:prstGeom>
          <a:solidFill xmlns:a="http://schemas.openxmlformats.org/drawingml/2006/main">
            <a:srgbClr val="E9F6F4"/>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875">
                <a:solidFill>
                  <a:srgbClr val="133449"/>
                </a:solidFill>
                <a:latin typeface="Arial"/>
                <a:ea typeface="Arial"/>
                <a:cs typeface="Arial"/>
              </a:defRPr>
            </a:defPPr>
          </a:lstStyle>
          <a:p xmlns:a="http://schemas.openxmlformats.org/drawingml/2006/main">
            <a:pPr algn="ctr">
              <a:defRPr sz="1875">
                <a:solidFill>
                  <a:srgbClr val="133449"/>
                </a:solidFill>
                <a:latin typeface="Arial"/>
                <a:ea typeface="Arial"/>
                <a:cs typeface="Arial"/>
              </a:defRPr>
            </a:pPr>
            <a:r>
              <a:rPr sz="1875">
                <a:solidFill>
                  <a:srgbClr val="133449"/>
                </a:solidFill>
                <a:latin typeface="Arial"/>
                <a:ea typeface="Arial"/>
                <a:cs typeface="Arial"/>
              </a:rPr>
              <a:t>Inspect evidence</a:t>
            </a:r>
          </a:p>
        </p:txBody>
      </p:sp>
      <p:sp>
        <p:nvSpPr>
          <p:cNvPr id="10" name="">
            <a:extLst xmlns:a="http://schemas.openxmlformats.org/drawingml/2006/main">
              <a:ext uri="{FF2B5EF4-FFF2-40B4-BE49-F238E27FC236}">
                <a16:creationId xmlns:a16="http://schemas.microsoft.com/office/drawing/2014/main" id="{C72D0379-80DB-4358-891F-6B5D014AA66E}"/>
              </a:ext>
            </a:extLst>
          </p:cNvPr>
          <p:cNvSpPr>
            <a:spLocks xmlns:a="http://schemas.openxmlformats.org/drawingml/2006/main" noGrp="1"/>
          </p:cNvSpPr>
          <p:nvPr/>
        </p:nvSpPr>
        <p:spPr>
          <a:xfrm xmlns:a="http://schemas.openxmlformats.org/drawingml/2006/main">
            <a:off x="9182100" y="2390775"/>
            <a:ext cx="2400300" cy="876300"/>
          </a:xfrm>
          <a:prstGeom xmlns:a="http://schemas.openxmlformats.org/drawingml/2006/main" prst="roundRect">
            <a:avLst>
              <a:gd name="adj" fmla="val 8696"/>
            </a:avLst>
          </a:prstGeom>
          <a:solidFill xmlns:a="http://schemas.openxmlformats.org/drawingml/2006/main">
            <a:srgbClr val="E9F6F4"/>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875">
                <a:solidFill>
                  <a:srgbClr val="133449"/>
                </a:solidFill>
                <a:latin typeface="Arial"/>
                <a:ea typeface="Arial"/>
                <a:cs typeface="Arial"/>
              </a:defRPr>
            </a:defPPr>
          </a:lstStyle>
          <a:p xmlns:a="http://schemas.openxmlformats.org/drawingml/2006/main">
            <a:pPr algn="ctr">
              <a:defRPr sz="1875">
                <a:solidFill>
                  <a:srgbClr val="133449"/>
                </a:solidFill>
                <a:latin typeface="Arial"/>
                <a:ea typeface="Arial"/>
                <a:cs typeface="Arial"/>
              </a:defRPr>
            </a:pPr>
            <a:r>
              <a:rPr sz="1875">
                <a:solidFill>
                  <a:srgbClr val="133449"/>
                </a:solidFill>
                <a:latin typeface="Arial"/>
                <a:ea typeface="Arial"/>
                <a:cs typeface="Arial"/>
              </a:rPr>
              <a:t>Human decision</a:t>
            </a:r>
          </a:p>
        </p:txBody>
      </p:sp>
      <p:sp>
        <p:nvSpPr>
          <p:cNvPr id="12" name="">
            <a:extLst xmlns:a="http://schemas.openxmlformats.org/drawingml/2006/main">
              <a:ext uri="{FF2B5EF4-FFF2-40B4-BE49-F238E27FC236}">
                <a16:creationId xmlns:a16="http://schemas.microsoft.com/office/drawing/2014/main" id="{385DB78A-862C-442B-A452-9F8CCCA83933}"/>
              </a:ext>
            </a:extLst>
          </p:cNvPr>
          <p:cNvSpPr>
            <a:spLocks xmlns:a="http://schemas.openxmlformats.org/drawingml/2006/main" noGrp="1"/>
          </p:cNvSpPr>
          <p:nvPr/>
        </p:nvSpPr>
        <p:spPr>
          <a:xfrm xmlns:a="http://schemas.openxmlformats.org/drawingml/2006/main">
            <a:off x="609600" y="3552825"/>
            <a:ext cx="2400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4717E"/>
                </a:solidFill>
                <a:latin typeface="Arial"/>
                <a:ea typeface="Arial"/>
                <a:cs typeface="Arial"/>
              </a:defRPr>
            </a:defPPr>
          </a:lstStyle>
          <a:p xmlns:a="http://schemas.openxmlformats.org/drawingml/2006/main">
            <a:pPr>
              <a:defRPr sz="1725" b="0">
                <a:solidFill>
                  <a:srgbClr val="54717E"/>
                </a:solidFill>
                <a:latin typeface="Arial"/>
                <a:ea typeface="Arial"/>
                <a:cs typeface="Arial"/>
              </a:defRPr>
            </a:pPr>
            <a:r>
              <a:rPr sz="1725" b="0">
                <a:solidFill>
                  <a:srgbClr val="54717E"/>
                </a:solidFill>
                <a:latin typeface="Arial"/>
                <a:ea typeface="Arial"/>
                <a:cs typeface="Arial"/>
              </a:rPr>
              <a:t>Describe the change</a:t>
            </a:r>
          </a:p>
          <a:p xmlns:a="http://schemas.openxmlformats.org/drawingml/2006/main">
            <a:pPr>
              <a:defRPr sz="1725" b="0">
                <a:solidFill>
                  <a:srgbClr val="54717E"/>
                </a:solidFill>
                <a:latin typeface="Arial"/>
                <a:ea typeface="Arial"/>
                <a:cs typeface="Arial"/>
              </a:defRPr>
            </a:pPr>
            <a:r>
              <a:rPr sz="1725" b="0">
                <a:solidFill>
                  <a:srgbClr val="54717E"/>
                </a:solidFill>
                <a:latin typeface="Arial"/>
                <a:ea typeface="Arial"/>
                <a:cs typeface="Arial"/>
              </a:rPr>
              <a:t>or report a failure</a:t>
            </a:r>
          </a:p>
        </p:txBody>
      </p:sp>
      <p:sp>
        <p:nvSpPr>
          <p:cNvPr id="13" name="">
            <a:extLst xmlns:a="http://schemas.openxmlformats.org/drawingml/2006/main">
              <a:ext uri="{FF2B5EF4-FFF2-40B4-BE49-F238E27FC236}">
                <a16:creationId xmlns:a16="http://schemas.microsoft.com/office/drawing/2014/main" id="{58C941B6-55E7-40BD-BA30-D35F85742E4E}"/>
              </a:ext>
            </a:extLst>
          </p:cNvPr>
          <p:cNvSpPr>
            <a:spLocks xmlns:a="http://schemas.openxmlformats.org/drawingml/2006/main" noGrp="1"/>
          </p:cNvSpPr>
          <p:nvPr/>
        </p:nvSpPr>
        <p:spPr>
          <a:xfrm xmlns:a="http://schemas.openxmlformats.org/drawingml/2006/main">
            <a:off x="3467100" y="3552825"/>
            <a:ext cx="2400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4717E"/>
                </a:solidFill>
                <a:latin typeface="Arial"/>
                <a:ea typeface="Arial"/>
                <a:cs typeface="Arial"/>
              </a:defRPr>
            </a:defPPr>
          </a:lstStyle>
          <a:p xmlns:a="http://schemas.openxmlformats.org/drawingml/2006/main">
            <a:pPr>
              <a:defRPr sz="1725" b="0">
                <a:solidFill>
                  <a:srgbClr val="54717E"/>
                </a:solidFill>
                <a:latin typeface="Arial"/>
                <a:ea typeface="Arial"/>
                <a:cs typeface="Arial"/>
              </a:defRPr>
            </a:pPr>
            <a:r>
              <a:rPr sz="1725" b="0">
                <a:solidFill>
                  <a:srgbClr val="54717E"/>
                </a:solidFill>
                <a:latin typeface="Arial"/>
                <a:ea typeface="Arial"/>
                <a:cs typeface="Arial"/>
              </a:rPr>
              <a:t>Confirm behavior</a:t>
            </a:r>
          </a:p>
          <a:p xmlns:a="http://schemas.openxmlformats.org/drawingml/2006/main">
            <a:pPr>
              <a:defRPr sz="1725" b="0">
                <a:solidFill>
                  <a:srgbClr val="54717E"/>
                </a:solidFill>
                <a:latin typeface="Arial"/>
                <a:ea typeface="Arial"/>
                <a:cs typeface="Arial"/>
              </a:defRPr>
            </a:pPr>
            <a:r>
              <a:rPr sz="1725" b="0">
                <a:solidFill>
                  <a:srgbClr val="54717E"/>
                </a:solidFill>
                <a:latin typeface="Arial"/>
                <a:ea typeface="Arial"/>
                <a:cs typeface="Arial"/>
              </a:rPr>
              <a:t>and design assumptions</a:t>
            </a:r>
          </a:p>
        </p:txBody>
      </p:sp>
      <p:sp>
        <p:nvSpPr>
          <p:cNvPr id="14" name="">
            <a:extLst xmlns:a="http://schemas.openxmlformats.org/drawingml/2006/main">
              <a:ext uri="{FF2B5EF4-FFF2-40B4-BE49-F238E27FC236}">
                <a16:creationId xmlns:a16="http://schemas.microsoft.com/office/drawing/2014/main" id="{E58FAA60-126C-44B6-A421-27C71F3060F9}"/>
              </a:ext>
            </a:extLst>
          </p:cNvPr>
          <p:cNvSpPr>
            <a:spLocks xmlns:a="http://schemas.openxmlformats.org/drawingml/2006/main" noGrp="1"/>
          </p:cNvSpPr>
          <p:nvPr/>
        </p:nvSpPr>
        <p:spPr>
          <a:xfrm xmlns:a="http://schemas.openxmlformats.org/drawingml/2006/main">
            <a:off x="6324600" y="3552825"/>
            <a:ext cx="2400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4717E"/>
                </a:solidFill>
                <a:latin typeface="Arial"/>
                <a:ea typeface="Arial"/>
                <a:cs typeface="Arial"/>
              </a:defRPr>
            </a:defPPr>
          </a:lstStyle>
          <a:p xmlns:a="http://schemas.openxmlformats.org/drawingml/2006/main">
            <a:pPr>
              <a:defRPr sz="1725" b="0">
                <a:solidFill>
                  <a:srgbClr val="54717E"/>
                </a:solidFill>
                <a:latin typeface="Arial"/>
                <a:ea typeface="Arial"/>
                <a:cs typeface="Arial"/>
              </a:defRPr>
            </a:pPr>
            <a:r>
              <a:rPr sz="1725" b="0">
                <a:solidFill>
                  <a:srgbClr val="54717E"/>
                </a:solidFill>
                <a:latin typeface="Arial"/>
                <a:ea typeface="Arial"/>
                <a:cs typeface="Arial"/>
              </a:rPr>
              <a:t>Read the diff, tests</a:t>
            </a:r>
          </a:p>
          <a:p xmlns:a="http://schemas.openxmlformats.org/drawingml/2006/main">
            <a:pPr>
              <a:defRPr sz="1725" b="0">
                <a:solidFill>
                  <a:srgbClr val="54717E"/>
                </a:solidFill>
                <a:latin typeface="Arial"/>
                <a:ea typeface="Arial"/>
                <a:cs typeface="Arial"/>
              </a:defRPr>
            </a:pPr>
            <a:r>
              <a:rPr sz="1725" b="0">
                <a:solidFill>
                  <a:srgbClr val="54717E"/>
                </a:solidFill>
                <a:latin typeface="Arial"/>
                <a:ea typeface="Arial"/>
                <a:cs typeface="Arial"/>
              </a:rPr>
              <a:t>and unresolved findings</a:t>
            </a:r>
          </a:p>
        </p:txBody>
      </p:sp>
      <p:sp>
        <p:nvSpPr>
          <p:cNvPr id="15" name="">
            <a:extLst xmlns:a="http://schemas.openxmlformats.org/drawingml/2006/main">
              <a:ext uri="{FF2B5EF4-FFF2-40B4-BE49-F238E27FC236}">
                <a16:creationId xmlns:a16="http://schemas.microsoft.com/office/drawing/2014/main" id="{5BDFFC68-02D1-4123-AEE0-83ECD4ABB1F8}"/>
              </a:ext>
            </a:extLst>
          </p:cNvPr>
          <p:cNvSpPr>
            <a:spLocks xmlns:a="http://schemas.openxmlformats.org/drawingml/2006/main" noGrp="1"/>
          </p:cNvSpPr>
          <p:nvPr/>
        </p:nvSpPr>
        <p:spPr>
          <a:xfrm xmlns:a="http://schemas.openxmlformats.org/drawingml/2006/main">
            <a:off x="9182100" y="3552825"/>
            <a:ext cx="2400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4717E"/>
                </a:solidFill>
                <a:latin typeface="Arial"/>
                <a:ea typeface="Arial"/>
                <a:cs typeface="Arial"/>
              </a:defRPr>
            </a:defPPr>
          </a:lstStyle>
          <a:p xmlns:a="http://schemas.openxmlformats.org/drawingml/2006/main">
            <a:pPr>
              <a:defRPr sz="1725" b="0">
                <a:solidFill>
                  <a:srgbClr val="54717E"/>
                </a:solidFill>
                <a:latin typeface="Arial"/>
                <a:ea typeface="Arial"/>
                <a:cs typeface="Arial"/>
              </a:defRPr>
            </a:pPr>
            <a:r>
              <a:rPr sz="1725" b="0">
                <a:solidFill>
                  <a:srgbClr val="54717E"/>
                </a:solidFill>
                <a:latin typeface="Arial"/>
                <a:ea typeface="Arial"/>
                <a:cs typeface="Arial"/>
              </a:rPr>
              <a:t>Approve the exact revision</a:t>
            </a:r>
          </a:p>
          <a:p xmlns:a="http://schemas.openxmlformats.org/drawingml/2006/main">
            <a:pPr>
              <a:defRPr sz="1725" b="0">
                <a:solidFill>
                  <a:srgbClr val="54717E"/>
                </a:solidFill>
                <a:latin typeface="Arial"/>
                <a:ea typeface="Arial"/>
                <a:cs typeface="Arial"/>
              </a:defRPr>
            </a:pPr>
            <a:r>
              <a:rPr sz="1725" b="0">
                <a:solidFill>
                  <a:srgbClr val="54717E"/>
                </a:solidFill>
                <a:latin typeface="Arial"/>
                <a:ea typeface="Arial"/>
                <a:cs typeface="Arial"/>
              </a:rPr>
              <a:t>or request changes</a:t>
            </a:r>
          </a:p>
        </p:txBody>
      </p:sp>
      <p:sp>
        <p:nvSpPr>
          <p:cNvPr id="16" name="">
            <a:extLst xmlns:a="http://schemas.openxmlformats.org/drawingml/2006/main">
              <a:ext uri="{FF2B5EF4-FFF2-40B4-BE49-F238E27FC236}">
                <a16:creationId xmlns:a16="http://schemas.microsoft.com/office/drawing/2014/main" id="{A0F2C191-2A5E-4F67-B516-780A503350A8}"/>
              </a:ext>
            </a:extLst>
          </p:cNvPr>
          <p:cNvSpPr>
            <a:spLocks xmlns:a="http://schemas.openxmlformats.org/drawingml/2006/main" noGrp="1"/>
          </p:cNvSpPr>
          <p:nvPr/>
        </p:nvSpPr>
        <p:spPr>
          <a:xfrm xmlns:a="http://schemas.openxmlformats.org/drawingml/2006/main">
            <a:off x="609600" y="5219700"/>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33449"/>
                </a:solidFill>
                <a:latin typeface="Arial"/>
                <a:ea typeface="Arial"/>
                <a:cs typeface="Arial"/>
              </a:defRPr>
            </a:defPPr>
          </a:lstStyle>
          <a:p xmlns:a="http://schemas.openxmlformats.org/drawingml/2006/main">
            <a:pPr>
              <a:defRPr sz="1950" b="1">
                <a:solidFill>
                  <a:srgbClr val="133449"/>
                </a:solidFill>
                <a:latin typeface="Arial"/>
                <a:ea typeface="Arial"/>
                <a:cs typeface="Arial"/>
              </a:defRPr>
            </a:pPr>
            <a:r>
              <a:rPr sz="1950" b="1">
                <a:solidFill>
                  <a:srgbClr val="133449"/>
                </a:solidFill>
                <a:latin typeface="Arial"/>
                <a:ea typeface="Arial"/>
                <a:cs typeface="Arial"/>
              </a:rPr>
              <a:t>Plain-language progress for the team</a:t>
            </a:r>
          </a:p>
        </p:txBody>
      </p:sp>
      <p:sp>
        <p:nvSpPr>
          <p:cNvPr id="17" name="">
            <a:extLst xmlns:a="http://schemas.openxmlformats.org/drawingml/2006/main">
              <a:ext uri="{FF2B5EF4-FFF2-40B4-BE49-F238E27FC236}">
                <a16:creationId xmlns:a16="http://schemas.microsoft.com/office/drawing/2014/main" id="{B2218FCD-3CE2-4466-AF60-77D540A75643}"/>
              </a:ext>
            </a:extLst>
          </p:cNvPr>
          <p:cNvSpPr>
            <a:spLocks xmlns:a="http://schemas.openxmlformats.org/drawingml/2006/main" noGrp="1"/>
          </p:cNvSpPr>
          <p:nvPr/>
        </p:nvSpPr>
        <p:spPr>
          <a:xfrm xmlns:a="http://schemas.openxmlformats.org/drawingml/2006/main">
            <a:off x="609600" y="5667375"/>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4717E"/>
                </a:solidFill>
                <a:latin typeface="Arial"/>
                <a:ea typeface="Arial"/>
                <a:cs typeface="Arial"/>
              </a:defRPr>
            </a:defPPr>
          </a:lstStyle>
          <a:p xmlns:a="http://schemas.openxmlformats.org/drawingml/2006/main">
            <a:pPr>
              <a:defRPr sz="1800" b="0">
                <a:solidFill>
                  <a:srgbClr val="54717E"/>
                </a:solidFill>
                <a:latin typeface="Arial"/>
                <a:ea typeface="Arial"/>
                <a:cs typeface="Arial"/>
              </a:defRPr>
            </a:pPr>
            <a:r>
              <a:rPr sz="1800" b="0">
                <a:solidFill>
                  <a:srgbClr val="54717E"/>
                </a:solidFill>
                <a:latin typeface="Arial"/>
                <a:ea typeface="Arial"/>
                <a:cs typeface="Arial"/>
              </a:rPr>
              <a:t>Expandable technical evidence for developers and architects</a:t>
            </a:r>
          </a:p>
        </p:txBody>
      </p:sp>
    </p:spTree>
    <p:extLst>
      <p:ext uri="{BB962C8B-B14F-4D97-AF65-F5344CB8AC3E}">
        <p14:creationId xmlns:p14="http://schemas.microsoft.com/office/powerpoint/2010/main" val="1285390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2" name="">
            <a:extLst xmlns:a="http://schemas.openxmlformats.org/drawingml/2006/main">
              <a:ext uri="{FF2B5EF4-FFF2-40B4-BE49-F238E27FC236}">
                <a16:creationId xmlns:a16="http://schemas.microsoft.com/office/drawing/2014/main" id="{FE3F5171-77A5-43B8-A8BF-21E5A0D8975E}"/>
              </a:ext>
            </a:extLst>
          </p:cNvPr>
          <p:cNvCxnSpPr>
            <a:stCxn xmlns:a="http://schemas.openxmlformats.org/drawingml/2006/main" id="27" idx="0"/>
            <a:endCxn xmlns:a="http://schemas.openxmlformats.org/drawingml/2006/main" id="17" idx="2"/>
          </p:cNvCxnSpPr>
          <p:nvPr/>
        </p:nvCxnSpPr>
        <p:spPr>
          <a:xfrm xmlns:a="http://schemas.openxmlformats.org/drawingml/2006/main" flipH="1" flipV="1">
            <a:off x="7029450" y="3562350"/>
            <a:ext cx="785813" cy="1228725"/>
          </a:xfrm>
          <a:prstGeom xmlns:a="http://schemas.openxmlformats.org/drawingml/2006/main" prst="bentConnector4">
            <a:avLst/>
          </a:prstGeom>
          <a:ln xmlns:a="http://schemas.openxmlformats.org/drawingml/2006/main" w="19050">
            <a:solidFill>
              <a:srgbClr val="A36116"/>
            </a:solidFill>
            <a:prstDash val="dash"/>
            <a:tailEnd type="arrow" w="med" len="med"/>
          </a:ln>
        </p:spPr>
      </p:cxnSp>
      <p:cxnSp>
        <p:nvCxnSpPr>
          <p:cNvPr id="30" name="">
            <a:extLst xmlns:a="http://schemas.openxmlformats.org/drawingml/2006/main">
              <a:ext uri="{FF2B5EF4-FFF2-40B4-BE49-F238E27FC236}">
                <a16:creationId xmlns:a16="http://schemas.microsoft.com/office/drawing/2014/main" id="{0ABE5CC9-7EF5-4CA4-B304-CC627367F92B}"/>
              </a:ext>
            </a:extLst>
          </p:cNvPr>
          <p:cNvCxnSpPr>
            <a:stCxn xmlns:a="http://schemas.openxmlformats.org/drawingml/2006/main" id="27" idx="1"/>
            <a:endCxn xmlns:a="http://schemas.openxmlformats.org/drawingml/2006/main" id="29" idx="3"/>
          </p:cNvCxnSpPr>
          <p:nvPr/>
        </p:nvCxnSpPr>
        <p:spPr>
          <a:xfrm xmlns:a="http://schemas.openxmlformats.org/drawingml/2006/main" flipH="1">
            <a:off x="6638925" y="5114925"/>
            <a:ext cx="485775" cy="0"/>
          </a:xfrm>
          <a:prstGeom xmlns:a="http://schemas.openxmlformats.org/drawingml/2006/main" prst="straightConnector1">
            <a:avLst/>
          </a:prstGeom>
          <a:ln xmlns:a="http://schemas.openxmlformats.org/drawingml/2006/main" w="19050">
            <a:solidFill>
              <a:srgbClr val="008C88"/>
            </a:solidFill>
            <a:prstDash val="solid"/>
            <a:tailEnd type="arrow" w="med" len="med"/>
          </a:ln>
        </p:spPr>
      </p:cxnSp>
      <p:cxnSp>
        <p:nvCxnSpPr>
          <p:cNvPr id="28" name="">
            <a:extLst xmlns:a="http://schemas.openxmlformats.org/drawingml/2006/main">
              <a:ext uri="{FF2B5EF4-FFF2-40B4-BE49-F238E27FC236}">
                <a16:creationId xmlns:a16="http://schemas.microsoft.com/office/drawing/2014/main" id="{28FBEB9D-8B1E-4273-AC89-991E75595889}"/>
              </a:ext>
            </a:extLst>
          </p:cNvPr>
          <p:cNvCxnSpPr>
            <a:stCxn xmlns:a="http://schemas.openxmlformats.org/drawingml/2006/main" id="24" idx="2"/>
            <a:endCxn xmlns:a="http://schemas.openxmlformats.org/drawingml/2006/main" id="27" idx="3"/>
          </p:cNvCxnSpPr>
          <p:nvPr/>
        </p:nvCxnSpPr>
        <p:spPr>
          <a:xfrm xmlns:a="http://schemas.openxmlformats.org/drawingml/2006/main" flipH="1">
            <a:off x="8505825" y="4533900"/>
            <a:ext cx="1533525" cy="581025"/>
          </a:xfrm>
          <a:prstGeom xmlns:a="http://schemas.openxmlformats.org/drawingml/2006/main" prst="bentConnector5">
            <a:avLst>
              <a:gd name="adj1" fmla="val 0"/>
              <a:gd name="adj2" fmla="val 39344"/>
              <a:gd name="adj3" fmla="val 85093"/>
            </a:avLst>
          </a:prstGeom>
          <a:ln xmlns:a="http://schemas.openxmlformats.org/drawingml/2006/main" w="19050">
            <a:solidFill>
              <a:srgbClr val="008C88"/>
            </a:solidFill>
            <a:prstDash val="solid"/>
            <a:tailEnd type="arrow" w="med" len="med"/>
          </a:ln>
        </p:spPr>
      </p:cxnSp>
      <p:cxnSp>
        <p:nvCxnSpPr>
          <p:cNvPr id="26" name="">
            <a:extLst xmlns:a="http://schemas.openxmlformats.org/drawingml/2006/main">
              <a:ext uri="{FF2B5EF4-FFF2-40B4-BE49-F238E27FC236}">
                <a16:creationId xmlns:a16="http://schemas.microsoft.com/office/drawing/2014/main" id="{18CEBF36-E99A-4AA3-9418-C7D0B98AC809}"/>
              </a:ext>
            </a:extLst>
          </p:cNvPr>
          <p:cNvCxnSpPr>
            <a:stCxn xmlns:a="http://schemas.openxmlformats.org/drawingml/2006/main" id="21" idx="2"/>
            <a:endCxn xmlns:a="http://schemas.openxmlformats.org/drawingml/2006/main" id="24" idx="0"/>
          </p:cNvCxnSpPr>
          <p:nvPr/>
        </p:nvCxnSpPr>
        <p:spPr>
          <a:xfrm xmlns:a="http://schemas.openxmlformats.org/drawingml/2006/main">
            <a:off x="10039350" y="3371850"/>
            <a:ext cx="0" cy="542925"/>
          </a:xfrm>
          <a:prstGeom xmlns:a="http://schemas.openxmlformats.org/drawingml/2006/main" prst="straightConnector1">
            <a:avLst/>
          </a:prstGeom>
          <a:ln xmlns:a="http://schemas.openxmlformats.org/drawingml/2006/main" w="19050">
            <a:solidFill>
              <a:srgbClr val="008C88"/>
            </a:solidFill>
            <a:prstDash val="solid"/>
            <a:tailEnd type="arrow" w="med" len="med"/>
          </a:ln>
        </p:spPr>
      </p:cxnSp>
      <p:cxnSp>
        <p:nvCxnSpPr>
          <p:cNvPr id="25" name="">
            <a:extLst xmlns:a="http://schemas.openxmlformats.org/drawingml/2006/main">
              <a:ext uri="{FF2B5EF4-FFF2-40B4-BE49-F238E27FC236}">
                <a16:creationId xmlns:a16="http://schemas.microsoft.com/office/drawing/2014/main" id="{22EDEFF1-FC4C-4A04-9258-FBA2E9F3B683}"/>
              </a:ext>
            </a:extLst>
          </p:cNvPr>
          <p:cNvCxnSpPr>
            <a:stCxn xmlns:a="http://schemas.openxmlformats.org/drawingml/2006/main" id="20" idx="3"/>
            <a:endCxn xmlns:a="http://schemas.openxmlformats.org/drawingml/2006/main" id="24" idx="3"/>
          </p:cNvCxnSpPr>
          <p:nvPr/>
        </p:nvCxnSpPr>
        <p:spPr>
          <a:xfrm xmlns:a="http://schemas.openxmlformats.org/drawingml/2006/main">
            <a:off x="11029950" y="2052638"/>
            <a:ext cx="228600" cy="2171700"/>
          </a:xfrm>
          <a:prstGeom xmlns:a="http://schemas.openxmlformats.org/drawingml/2006/main" prst="bentConnector4">
            <a:avLst/>
          </a:prstGeom>
          <a:ln xmlns:a="http://schemas.openxmlformats.org/drawingml/2006/main" w="19050">
            <a:solidFill>
              <a:srgbClr val="008C88"/>
            </a:solidFill>
            <a:prstDash val="solid"/>
            <a:tailEnd type="arrow" w="med" len="med"/>
          </a:ln>
        </p:spPr>
      </p:cxnSp>
      <p:cxnSp>
        <p:nvCxnSpPr>
          <p:cNvPr id="23" name="">
            <a:extLst xmlns:a="http://schemas.openxmlformats.org/drawingml/2006/main">
              <a:ext uri="{FF2B5EF4-FFF2-40B4-BE49-F238E27FC236}">
                <a16:creationId xmlns:a16="http://schemas.microsoft.com/office/drawing/2014/main" id="{40C5C744-2ACD-4AE0-ADF2-E818FAE9DE2A}"/>
              </a:ext>
            </a:extLst>
          </p:cNvPr>
          <p:cNvCxnSpPr>
            <a:stCxn xmlns:a="http://schemas.openxmlformats.org/drawingml/2006/main" id="17" idx="3"/>
            <a:endCxn xmlns:a="http://schemas.openxmlformats.org/drawingml/2006/main" id="21" idx="1"/>
          </p:cNvCxnSpPr>
          <p:nvPr/>
        </p:nvCxnSpPr>
        <p:spPr>
          <a:xfrm xmlns:a="http://schemas.openxmlformats.org/drawingml/2006/main" flipV="1">
            <a:off x="8496300" y="3090863"/>
            <a:ext cx="552450" cy="119063"/>
          </a:xfrm>
          <a:prstGeom xmlns:a="http://schemas.openxmlformats.org/drawingml/2006/main" prst="bentConnector3">
            <a:avLst>
              <a:gd name="adj1" fmla="val 50000"/>
            </a:avLst>
          </a:prstGeom>
          <a:ln xmlns:a="http://schemas.openxmlformats.org/drawingml/2006/main" w="19050">
            <a:solidFill>
              <a:srgbClr val="008C88"/>
            </a:solidFill>
            <a:prstDash val="solid"/>
            <a:tailEnd type="arrow" w="med" len="med"/>
          </a:ln>
        </p:spPr>
      </p:cxnSp>
      <p:cxnSp>
        <p:nvCxnSpPr>
          <p:cNvPr id="22" name="">
            <a:extLst xmlns:a="http://schemas.openxmlformats.org/drawingml/2006/main">
              <a:ext uri="{FF2B5EF4-FFF2-40B4-BE49-F238E27FC236}">
                <a16:creationId xmlns:a16="http://schemas.microsoft.com/office/drawing/2014/main" id="{CDC36C21-1999-400B-A97F-7FF4BFE4C5CB}"/>
              </a:ext>
            </a:extLst>
          </p:cNvPr>
          <p:cNvCxnSpPr>
            <a:stCxn xmlns:a="http://schemas.openxmlformats.org/drawingml/2006/main" id="17" idx="3"/>
            <a:endCxn xmlns:a="http://schemas.openxmlformats.org/drawingml/2006/main" id="20" idx="1"/>
          </p:cNvCxnSpPr>
          <p:nvPr/>
        </p:nvCxnSpPr>
        <p:spPr>
          <a:xfrm xmlns:a="http://schemas.openxmlformats.org/drawingml/2006/main" flipV="1">
            <a:off x="8496300" y="2052638"/>
            <a:ext cx="552450" cy="1157288"/>
          </a:xfrm>
          <a:prstGeom xmlns:a="http://schemas.openxmlformats.org/drawingml/2006/main" prst="bentConnector3">
            <a:avLst>
              <a:gd name="adj1" fmla="val 50000"/>
            </a:avLst>
          </a:prstGeom>
          <a:ln xmlns:a="http://schemas.openxmlformats.org/drawingml/2006/main" w="19050">
            <a:solidFill>
              <a:srgbClr val="008C88"/>
            </a:solidFill>
            <a:prstDash val="solid"/>
            <a:tailEnd type="arrow" w="med" len="med"/>
          </a:ln>
        </p:spPr>
      </p:cxnSp>
      <p:cxnSp>
        <p:nvCxnSpPr>
          <p:cNvPr id="18" name="">
            <a:extLst xmlns:a="http://schemas.openxmlformats.org/drawingml/2006/main">
              <a:ext uri="{FF2B5EF4-FFF2-40B4-BE49-F238E27FC236}">
                <a16:creationId xmlns:a16="http://schemas.microsoft.com/office/drawing/2014/main" id="{C7E6EE47-F180-40E4-B15B-41D3D601A7C6}"/>
              </a:ext>
            </a:extLst>
          </p:cNvPr>
          <p:cNvCxnSpPr>
            <a:stCxn xmlns:a="http://schemas.openxmlformats.org/drawingml/2006/main" id="15" idx="3"/>
            <a:endCxn xmlns:a="http://schemas.openxmlformats.org/drawingml/2006/main" id="17" idx="1"/>
          </p:cNvCxnSpPr>
          <p:nvPr/>
        </p:nvCxnSpPr>
        <p:spPr>
          <a:xfrm xmlns:a="http://schemas.openxmlformats.org/drawingml/2006/main">
            <a:off x="6638925" y="3209925"/>
            <a:ext cx="476250" cy="0"/>
          </a:xfrm>
          <a:prstGeom xmlns:a="http://schemas.openxmlformats.org/drawingml/2006/main" prst="straightConnector1">
            <a:avLst/>
          </a:prstGeom>
          <a:ln xmlns:a="http://schemas.openxmlformats.org/drawingml/2006/main" w="19050">
            <a:solidFill>
              <a:srgbClr val="008C88"/>
            </a:solidFill>
            <a:prstDash val="solid"/>
            <a:tailEnd type="arrow" w="med" len="med"/>
          </a:ln>
        </p:spPr>
      </p:cxnSp>
      <p:cxnSp>
        <p:nvCxnSpPr>
          <p:cNvPr id="16" name="">
            <a:extLst xmlns:a="http://schemas.openxmlformats.org/drawingml/2006/main">
              <a:ext uri="{FF2B5EF4-FFF2-40B4-BE49-F238E27FC236}">
                <a16:creationId xmlns:a16="http://schemas.microsoft.com/office/drawing/2014/main" id="{EAD141BA-8CE4-49B3-9209-3D58E66AD5AA}"/>
              </a:ext>
            </a:extLst>
          </p:cNvPr>
          <p:cNvCxnSpPr>
            <a:stCxn xmlns:a="http://schemas.openxmlformats.org/drawingml/2006/main" id="9" idx="3"/>
            <a:endCxn xmlns:a="http://schemas.openxmlformats.org/drawingml/2006/main" id="15" idx="1"/>
          </p:cNvCxnSpPr>
          <p:nvPr/>
        </p:nvCxnSpPr>
        <p:spPr>
          <a:xfrm xmlns:a="http://schemas.openxmlformats.org/drawingml/2006/main">
            <a:off x="4410075" y="3209925"/>
            <a:ext cx="476250" cy="0"/>
          </a:xfrm>
          <a:prstGeom xmlns:a="http://schemas.openxmlformats.org/drawingml/2006/main" prst="straightConnector1">
            <a:avLst/>
          </a:prstGeom>
          <a:ln xmlns:a="http://schemas.openxmlformats.org/drawingml/2006/main" w="19050">
            <a:solidFill>
              <a:srgbClr val="008C88"/>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356B6633-CD40-4873-A6F5-35B03F34D181}"/>
              </a:ext>
            </a:extLst>
          </p:cNvPr>
          <p:cNvCxnSpPr>
            <a:stCxn xmlns:a="http://schemas.openxmlformats.org/drawingml/2006/main" id="8" idx="3"/>
            <a:endCxn xmlns:a="http://schemas.openxmlformats.org/drawingml/2006/main" id="9" idx="1"/>
          </p:cNvCxnSpPr>
          <p:nvPr/>
        </p:nvCxnSpPr>
        <p:spPr>
          <a:xfrm xmlns:a="http://schemas.openxmlformats.org/drawingml/2006/main" flipV="1">
            <a:off x="2609850" y="3209925"/>
            <a:ext cx="609600" cy="1385888"/>
          </a:xfrm>
          <a:prstGeom xmlns:a="http://schemas.openxmlformats.org/drawingml/2006/main" prst="bentConnector3">
            <a:avLst>
              <a:gd name="adj1" fmla="val 50000"/>
            </a:avLst>
          </a:prstGeom>
          <a:ln xmlns:a="http://schemas.openxmlformats.org/drawingml/2006/main" w="19050">
            <a:solidFill>
              <a:srgbClr val="008C88"/>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B93609F8-7BE8-49A9-BC7F-506E2C916306}"/>
              </a:ext>
            </a:extLst>
          </p:cNvPr>
          <p:cNvCxnSpPr>
            <a:stCxn xmlns:a="http://schemas.openxmlformats.org/drawingml/2006/main" id="7" idx="3"/>
            <a:endCxn xmlns:a="http://schemas.openxmlformats.org/drawingml/2006/main" id="9" idx="1"/>
          </p:cNvCxnSpPr>
          <p:nvPr/>
        </p:nvCxnSpPr>
        <p:spPr>
          <a:xfrm xmlns:a="http://schemas.openxmlformats.org/drawingml/2006/main" flipV="1">
            <a:off x="2609850" y="3209925"/>
            <a:ext cx="609600" cy="671513"/>
          </a:xfrm>
          <a:prstGeom xmlns:a="http://schemas.openxmlformats.org/drawingml/2006/main" prst="bentConnector3">
            <a:avLst>
              <a:gd name="adj1" fmla="val 50000"/>
            </a:avLst>
          </a:prstGeom>
          <a:ln xmlns:a="http://schemas.openxmlformats.org/drawingml/2006/main" w="19050">
            <a:solidFill>
              <a:srgbClr val="008C88"/>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18ED88C4-A665-42FE-9636-2CD41C9CA16A}"/>
              </a:ext>
            </a:extLst>
          </p:cNvPr>
          <p:cNvCxnSpPr>
            <a:stCxn xmlns:a="http://schemas.openxmlformats.org/drawingml/2006/main" id="6" idx="3"/>
            <a:endCxn xmlns:a="http://schemas.openxmlformats.org/drawingml/2006/main" id="9" idx="1"/>
          </p:cNvCxnSpPr>
          <p:nvPr/>
        </p:nvCxnSpPr>
        <p:spPr>
          <a:xfrm xmlns:a="http://schemas.openxmlformats.org/drawingml/2006/main">
            <a:off x="2609850" y="3167063"/>
            <a:ext cx="609600" cy="42863"/>
          </a:xfrm>
          <a:prstGeom xmlns:a="http://schemas.openxmlformats.org/drawingml/2006/main" prst="bentConnector3">
            <a:avLst>
              <a:gd name="adj1" fmla="val 50000"/>
            </a:avLst>
          </a:prstGeom>
          <a:ln xmlns:a="http://schemas.openxmlformats.org/drawingml/2006/main" w="19050">
            <a:solidFill>
              <a:srgbClr val="008C88"/>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4E64B413-BDA4-41E3-A7E2-FAF0286917B9}"/>
              </a:ext>
            </a:extLst>
          </p:cNvPr>
          <p:cNvCxnSpPr>
            <a:stCxn xmlns:a="http://schemas.openxmlformats.org/drawingml/2006/main" id="5" idx="3"/>
            <a:endCxn xmlns:a="http://schemas.openxmlformats.org/drawingml/2006/main" id="9" idx="1"/>
          </p:cNvCxnSpPr>
          <p:nvPr/>
        </p:nvCxnSpPr>
        <p:spPr>
          <a:xfrm xmlns:a="http://schemas.openxmlformats.org/drawingml/2006/main">
            <a:off x="2609850" y="2452688"/>
            <a:ext cx="609600" cy="757238"/>
          </a:xfrm>
          <a:prstGeom xmlns:a="http://schemas.openxmlformats.org/drawingml/2006/main" prst="bentConnector3">
            <a:avLst>
              <a:gd name="adj1" fmla="val 50000"/>
            </a:avLst>
          </a:prstGeom>
          <a:ln xmlns:a="http://schemas.openxmlformats.org/drawingml/2006/main" w="19050">
            <a:solidFill>
              <a:srgbClr val="008C88"/>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E116EF0B-2FB9-43EC-9729-C9F10F5B76F4}"/>
              </a:ext>
            </a:extLst>
          </p:cNvPr>
          <p:cNvCxnSpPr>
            <a:stCxn xmlns:a="http://schemas.openxmlformats.org/drawingml/2006/main" id="4" idx="3"/>
            <a:endCxn xmlns:a="http://schemas.openxmlformats.org/drawingml/2006/main" id="9" idx="1"/>
          </p:cNvCxnSpPr>
          <p:nvPr/>
        </p:nvCxnSpPr>
        <p:spPr>
          <a:xfrm xmlns:a="http://schemas.openxmlformats.org/drawingml/2006/main">
            <a:off x="2609850" y="1738313"/>
            <a:ext cx="609600" cy="1471613"/>
          </a:xfrm>
          <a:prstGeom xmlns:a="http://schemas.openxmlformats.org/drawingml/2006/main" prst="bentConnector3">
            <a:avLst>
              <a:gd name="adj1" fmla="val 50000"/>
            </a:avLst>
          </a:prstGeom>
          <a:ln xmlns:a="http://schemas.openxmlformats.org/drawingml/2006/main" w="19050">
            <a:solidFill>
              <a:srgbClr val="008C88"/>
            </a:solidFill>
            <a:prstDash val="solid"/>
            <a:tailEnd type="arrow" w="med" len="med"/>
          </a:ln>
        </p:spPr>
      </p:cxnSp>
      <p:sp>
        <p:nvSpPr>
          <p:cNvPr id="35" name="">
            <a:extLst xmlns:a="http://schemas.openxmlformats.org/drawingml/2006/main">
              <a:ext uri="{FF2B5EF4-FFF2-40B4-BE49-F238E27FC236}">
                <a16:creationId xmlns:a16="http://schemas.microsoft.com/office/drawing/2014/main" id="{7D0C7F7E-159A-467E-BE9F-4B68B12225CB}"/>
              </a:ext>
            </a:extLst>
          </p:cNvPr>
          <p:cNvSpPr>
            <a:spLocks xmlns:a="http://schemas.openxmlformats.org/drawingml/2006/main" noGrp="1"/>
          </p:cNvSpPr>
          <p:nvPr/>
        </p:nvSpPr>
        <p:spPr>
          <a:xfrm xmlns:a="http://schemas.openxmlformats.org/drawingml/2006/main">
            <a:off x="609600" y="51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3449"/>
                </a:solidFill>
                <a:latin typeface="Arial"/>
                <a:ea typeface="Arial"/>
                <a:cs typeface="Arial"/>
              </a:defRPr>
            </a:defPPr>
          </a:lstStyle>
          <a:p xmlns:a="http://schemas.openxmlformats.org/drawingml/2006/main">
            <a:pPr>
              <a:defRPr sz="3150" b="1">
                <a:solidFill>
                  <a:srgbClr val="133449"/>
                </a:solidFill>
                <a:latin typeface="Arial"/>
                <a:ea typeface="Arial"/>
                <a:cs typeface="Arial"/>
              </a:defRPr>
            </a:pPr>
            <a:r>
              <a:rPr sz="3150" b="1">
                <a:solidFill>
                  <a:srgbClr val="133449"/>
                </a:solidFill>
                <a:latin typeface="Arial"/>
                <a:ea typeface="Arial"/>
                <a:cs typeface="Arial"/>
              </a:rPr>
              <a:t>Agent workflow</a:t>
            </a:r>
          </a:p>
        </p:txBody>
      </p:sp>
      <p:sp>
        <p:nvSpPr>
          <p:cNvPr id="2" name="">
            <a:extLst xmlns:a="http://schemas.openxmlformats.org/drawingml/2006/main">
              <a:ext uri="{FF2B5EF4-FFF2-40B4-BE49-F238E27FC236}">
                <a16:creationId xmlns:a16="http://schemas.microsoft.com/office/drawing/2014/main" id="{84D82F74-AEF5-4D14-883E-E0E8761AE7A7}"/>
              </a:ext>
            </a:extLst>
          </p:cNvPr>
          <p:cNvSpPr>
            <a:spLocks xmlns:a="http://schemas.openxmlformats.org/drawingml/2006/main" noGrp="1"/>
          </p:cNvSpPr>
          <p:nvPr/>
        </p:nvSpPr>
        <p:spPr>
          <a:xfrm xmlns:a="http://schemas.openxmlformats.org/drawingml/2006/main">
            <a:off x="609600" y="6353175"/>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08C88"/>
                </a:solidFill>
                <a:latin typeface="Arial"/>
                <a:ea typeface="Arial"/>
                <a:cs typeface="Arial"/>
              </a:defRPr>
            </a:defPPr>
          </a:lstStyle>
          <a:p xmlns:a="http://schemas.openxmlformats.org/drawingml/2006/main">
            <a:pPr>
              <a:defRPr sz="1200" b="1">
                <a:solidFill>
                  <a:srgbClr val="008C88"/>
                </a:solidFill>
                <a:latin typeface="Arial"/>
                <a:ea typeface="Arial"/>
                <a:cs typeface="Arial"/>
              </a:defRPr>
            </a:pPr>
            <a:r>
              <a:rPr sz="1200" b="1">
                <a:solidFill>
                  <a:srgbClr val="008C88"/>
                </a:solidFill>
                <a:latin typeface="Arial"/>
                <a:ea typeface="Arial"/>
                <a:cs typeface="Arial"/>
              </a:rPr>
              <a:t>MobileHeal</a:t>
            </a:r>
          </a:p>
        </p:txBody>
      </p:sp>
      <p:sp>
        <p:nvSpPr>
          <p:cNvPr id="3" name="">
            <a:extLst xmlns:a="http://schemas.openxmlformats.org/drawingml/2006/main">
              <a:ext uri="{FF2B5EF4-FFF2-40B4-BE49-F238E27FC236}">
                <a16:creationId xmlns:a16="http://schemas.microsoft.com/office/drawing/2014/main" id="{8E088F09-58BD-40D6-8790-E4E2ACDC4AA4}"/>
              </a:ext>
            </a:extLst>
          </p:cNvPr>
          <p:cNvSpPr>
            <a:spLocks xmlns:a="http://schemas.openxmlformats.org/drawingml/2006/main" noGrp="1"/>
          </p:cNvSpPr>
          <p:nvPr/>
        </p:nvSpPr>
        <p:spPr>
          <a:xfrm xmlns:a="http://schemas.openxmlformats.org/drawingml/2006/main">
            <a:off x="11096625" y="63531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4717E"/>
                </a:solidFill>
                <a:latin typeface="Arial"/>
                <a:ea typeface="Arial"/>
                <a:cs typeface="Arial"/>
              </a:defRPr>
            </a:defPPr>
          </a:lstStyle>
          <a:p xmlns:a="http://schemas.openxmlformats.org/drawingml/2006/main">
            <a:pPr>
              <a:defRPr sz="1200" b="0">
                <a:solidFill>
                  <a:srgbClr val="54717E"/>
                </a:solidFill>
                <a:latin typeface="Arial"/>
                <a:ea typeface="Arial"/>
                <a:cs typeface="Arial"/>
              </a:defRPr>
            </a:pPr>
            <a:r>
              <a:rPr sz="1200" b="0">
                <a:solidFill>
                  <a:srgbClr val="54717E"/>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EBA15787-63C4-440D-8246-2D4AC1E293C3}"/>
              </a:ext>
            </a:extLst>
          </p:cNvPr>
          <p:cNvSpPr>
            <a:spLocks xmlns:a="http://schemas.openxmlformats.org/drawingml/2006/main" noGrp="1"/>
          </p:cNvSpPr>
          <p:nvPr/>
        </p:nvSpPr>
        <p:spPr>
          <a:xfrm xmlns:a="http://schemas.openxmlformats.org/drawingml/2006/main">
            <a:off x="609600" y="1485900"/>
            <a:ext cx="2000250" cy="504825"/>
          </a:xfrm>
          <a:prstGeom xmlns:a="http://schemas.openxmlformats.org/drawingml/2006/main" prst="roundRect">
            <a:avLst>
              <a:gd name="adj" fmla="val 15094"/>
            </a:avLst>
          </a:prstGeom>
          <a:solidFill xmlns:a="http://schemas.openxmlformats.org/drawingml/2006/main">
            <a:srgbClr val="FFFFFF"/>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500">
                <a:solidFill>
                  <a:srgbClr val="133449"/>
                </a:solidFill>
                <a:latin typeface="Arial"/>
                <a:ea typeface="Arial"/>
                <a:cs typeface="Arial"/>
              </a:defRPr>
            </a:defPPr>
          </a:lstStyle>
          <a:p xmlns:a="http://schemas.openxmlformats.org/drawingml/2006/main">
            <a:pPr algn="ctr">
              <a:defRPr sz="1500">
                <a:solidFill>
                  <a:srgbClr val="133449"/>
                </a:solidFill>
                <a:latin typeface="Arial"/>
                <a:ea typeface="Arial"/>
                <a:cs typeface="Arial"/>
              </a:defRPr>
            </a:pPr>
            <a:r>
              <a:rPr sz="1500">
                <a:solidFill>
                  <a:srgbClr val="133449"/>
                </a:solidFill>
                <a:latin typeface="Arial"/>
                <a:ea typeface="Arial"/>
                <a:cs typeface="Arial"/>
              </a:rPr>
              <a:t>New change</a:t>
            </a:r>
          </a:p>
        </p:txBody>
      </p:sp>
      <p:sp>
        <p:nvSpPr>
          <p:cNvPr id="5" name="">
            <a:extLst xmlns:a="http://schemas.openxmlformats.org/drawingml/2006/main">
              <a:ext uri="{FF2B5EF4-FFF2-40B4-BE49-F238E27FC236}">
                <a16:creationId xmlns:a16="http://schemas.microsoft.com/office/drawing/2014/main" id="{0D4E9402-714A-412C-9B22-9D670A460DA5}"/>
              </a:ext>
            </a:extLst>
          </p:cNvPr>
          <p:cNvSpPr>
            <a:spLocks xmlns:a="http://schemas.openxmlformats.org/drawingml/2006/main" noGrp="1"/>
          </p:cNvSpPr>
          <p:nvPr/>
        </p:nvSpPr>
        <p:spPr>
          <a:xfrm xmlns:a="http://schemas.openxmlformats.org/drawingml/2006/main">
            <a:off x="609600" y="2200275"/>
            <a:ext cx="2000250" cy="504825"/>
          </a:xfrm>
          <a:prstGeom xmlns:a="http://schemas.openxmlformats.org/drawingml/2006/main" prst="roundRect">
            <a:avLst>
              <a:gd name="adj" fmla="val 15094"/>
            </a:avLst>
          </a:prstGeom>
          <a:solidFill xmlns:a="http://schemas.openxmlformats.org/drawingml/2006/main">
            <a:srgbClr val="FFFFFF"/>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500">
                <a:solidFill>
                  <a:srgbClr val="133449"/>
                </a:solidFill>
                <a:latin typeface="Arial"/>
                <a:ea typeface="Arial"/>
                <a:cs typeface="Arial"/>
              </a:defRPr>
            </a:defPPr>
          </a:lstStyle>
          <a:p xmlns:a="http://schemas.openxmlformats.org/drawingml/2006/main">
            <a:pPr algn="ctr">
              <a:defRPr sz="1500">
                <a:solidFill>
                  <a:srgbClr val="133449"/>
                </a:solidFill>
                <a:latin typeface="Arial"/>
                <a:ea typeface="Arial"/>
                <a:cs typeface="Arial"/>
              </a:defRPr>
            </a:pPr>
            <a:r>
              <a:rPr sz="1500">
                <a:solidFill>
                  <a:srgbClr val="133449"/>
                </a:solidFill>
                <a:latin typeface="Arial"/>
                <a:ea typeface="Arial"/>
                <a:cs typeface="Arial"/>
              </a:rPr>
              <a:t>Firebase crash</a:t>
            </a:r>
          </a:p>
        </p:txBody>
      </p:sp>
      <p:sp>
        <p:nvSpPr>
          <p:cNvPr id="6" name="">
            <a:extLst xmlns:a="http://schemas.openxmlformats.org/drawingml/2006/main">
              <a:ext uri="{FF2B5EF4-FFF2-40B4-BE49-F238E27FC236}">
                <a16:creationId xmlns:a16="http://schemas.microsoft.com/office/drawing/2014/main" id="{8B7EAF31-5266-4BB6-8A69-92BB137F5F85}"/>
              </a:ext>
            </a:extLst>
          </p:cNvPr>
          <p:cNvSpPr>
            <a:spLocks xmlns:a="http://schemas.openxmlformats.org/drawingml/2006/main" noGrp="1"/>
          </p:cNvSpPr>
          <p:nvPr/>
        </p:nvSpPr>
        <p:spPr>
          <a:xfrm xmlns:a="http://schemas.openxmlformats.org/drawingml/2006/main">
            <a:off x="609600" y="2914650"/>
            <a:ext cx="2000250" cy="504825"/>
          </a:xfrm>
          <a:prstGeom xmlns:a="http://schemas.openxmlformats.org/drawingml/2006/main" prst="roundRect">
            <a:avLst>
              <a:gd name="adj" fmla="val 15094"/>
            </a:avLst>
          </a:prstGeom>
          <a:solidFill xmlns:a="http://schemas.openxmlformats.org/drawingml/2006/main">
            <a:srgbClr val="FFFFFF"/>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500">
                <a:solidFill>
                  <a:srgbClr val="133449"/>
                </a:solidFill>
                <a:latin typeface="Arial"/>
                <a:ea typeface="Arial"/>
                <a:cs typeface="Arial"/>
              </a:defRPr>
            </a:defPPr>
          </a:lstStyle>
          <a:p xmlns:a="http://schemas.openxmlformats.org/drawingml/2006/main">
            <a:pPr algn="ctr">
              <a:defRPr sz="1500">
                <a:solidFill>
                  <a:srgbClr val="133449"/>
                </a:solidFill>
                <a:latin typeface="Arial"/>
                <a:ea typeface="Arial"/>
                <a:cs typeface="Arial"/>
              </a:defRPr>
            </a:pPr>
            <a:r>
              <a:rPr sz="1500">
                <a:solidFill>
                  <a:srgbClr val="133449"/>
                </a:solidFill>
                <a:latin typeface="Arial"/>
                <a:ea typeface="Arial"/>
                <a:cs typeface="Arial"/>
              </a:rPr>
              <a:t>Email issue</a:t>
            </a:r>
          </a:p>
        </p:txBody>
      </p:sp>
      <p:sp>
        <p:nvSpPr>
          <p:cNvPr id="7" name="">
            <a:extLst xmlns:a="http://schemas.openxmlformats.org/drawingml/2006/main">
              <a:ext uri="{FF2B5EF4-FFF2-40B4-BE49-F238E27FC236}">
                <a16:creationId xmlns:a16="http://schemas.microsoft.com/office/drawing/2014/main" id="{5C007193-4E0F-4186-A05A-F8145B6AC335}"/>
              </a:ext>
            </a:extLst>
          </p:cNvPr>
          <p:cNvSpPr>
            <a:spLocks xmlns:a="http://schemas.openxmlformats.org/drawingml/2006/main" noGrp="1"/>
          </p:cNvSpPr>
          <p:nvPr/>
        </p:nvSpPr>
        <p:spPr>
          <a:xfrm xmlns:a="http://schemas.openxmlformats.org/drawingml/2006/main">
            <a:off x="609600" y="3629025"/>
            <a:ext cx="2000250" cy="504825"/>
          </a:xfrm>
          <a:prstGeom xmlns:a="http://schemas.openxmlformats.org/drawingml/2006/main" prst="roundRect">
            <a:avLst>
              <a:gd name="adj" fmla="val 15094"/>
            </a:avLst>
          </a:prstGeom>
          <a:solidFill xmlns:a="http://schemas.openxmlformats.org/drawingml/2006/main">
            <a:srgbClr val="FFFFFF"/>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500">
                <a:solidFill>
                  <a:srgbClr val="133449"/>
                </a:solidFill>
                <a:latin typeface="Arial"/>
                <a:ea typeface="Arial"/>
                <a:cs typeface="Arial"/>
              </a:defRPr>
            </a:defPPr>
          </a:lstStyle>
          <a:p xmlns:a="http://schemas.openxmlformats.org/drawingml/2006/main">
            <a:pPr algn="ctr">
              <a:defRPr sz="1500">
                <a:solidFill>
                  <a:srgbClr val="133449"/>
                </a:solidFill>
                <a:latin typeface="Arial"/>
                <a:ea typeface="Arial"/>
                <a:cs typeface="Arial"/>
              </a:defRPr>
            </a:pPr>
            <a:r>
              <a:rPr sz="1500">
                <a:solidFill>
                  <a:srgbClr val="133449"/>
                </a:solidFill>
                <a:latin typeface="Arial"/>
                <a:ea typeface="Arial"/>
                <a:cs typeface="Arial"/>
              </a:rPr>
              <a:t>Internal Jira defect</a:t>
            </a:r>
          </a:p>
        </p:txBody>
      </p:sp>
      <p:sp>
        <p:nvSpPr>
          <p:cNvPr id="8" name="">
            <a:extLst xmlns:a="http://schemas.openxmlformats.org/drawingml/2006/main">
              <a:ext uri="{FF2B5EF4-FFF2-40B4-BE49-F238E27FC236}">
                <a16:creationId xmlns:a16="http://schemas.microsoft.com/office/drawing/2014/main" id="{19288581-8275-48E7-87CC-7633E86751AD}"/>
              </a:ext>
            </a:extLst>
          </p:cNvPr>
          <p:cNvSpPr>
            <a:spLocks xmlns:a="http://schemas.openxmlformats.org/drawingml/2006/main" noGrp="1"/>
          </p:cNvSpPr>
          <p:nvPr/>
        </p:nvSpPr>
        <p:spPr>
          <a:xfrm xmlns:a="http://schemas.openxmlformats.org/drawingml/2006/main">
            <a:off x="609600" y="4343400"/>
            <a:ext cx="2000250" cy="504825"/>
          </a:xfrm>
          <a:prstGeom xmlns:a="http://schemas.openxmlformats.org/drawingml/2006/main" prst="roundRect">
            <a:avLst>
              <a:gd name="adj" fmla="val 15094"/>
            </a:avLst>
          </a:prstGeom>
          <a:solidFill xmlns:a="http://schemas.openxmlformats.org/drawingml/2006/main">
            <a:srgbClr val="FFFFFF"/>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500">
                <a:solidFill>
                  <a:srgbClr val="133449"/>
                </a:solidFill>
                <a:latin typeface="Arial"/>
                <a:ea typeface="Arial"/>
                <a:cs typeface="Arial"/>
              </a:defRPr>
            </a:defPPr>
          </a:lstStyle>
          <a:p xmlns:a="http://schemas.openxmlformats.org/drawingml/2006/main">
            <a:pPr algn="ctr">
              <a:defRPr sz="1500">
                <a:solidFill>
                  <a:srgbClr val="133449"/>
                </a:solidFill>
                <a:latin typeface="Arial"/>
                <a:ea typeface="Arial"/>
                <a:cs typeface="Arial"/>
              </a:defRPr>
            </a:pPr>
            <a:r>
              <a:rPr sz="1500">
                <a:solidFill>
                  <a:srgbClr val="133449"/>
                </a:solidFill>
                <a:latin typeface="Arial"/>
                <a:ea typeface="Arial"/>
                <a:cs typeface="Arial"/>
              </a:rPr>
              <a:t>BA requirement</a:t>
            </a:r>
          </a:p>
        </p:txBody>
      </p:sp>
      <p:sp>
        <p:nvSpPr>
          <p:cNvPr id="9" name="">
            <a:extLst xmlns:a="http://schemas.openxmlformats.org/drawingml/2006/main">
              <a:ext uri="{FF2B5EF4-FFF2-40B4-BE49-F238E27FC236}">
                <a16:creationId xmlns:a16="http://schemas.microsoft.com/office/drawing/2014/main" id="{3E6C87D2-5F68-470D-B2FF-A1AED269673E}"/>
              </a:ext>
            </a:extLst>
          </p:cNvPr>
          <p:cNvSpPr>
            <a:spLocks xmlns:a="http://schemas.openxmlformats.org/drawingml/2006/main" noGrp="1"/>
          </p:cNvSpPr>
          <p:nvPr/>
        </p:nvSpPr>
        <p:spPr>
          <a:xfrm xmlns:a="http://schemas.openxmlformats.org/drawingml/2006/main">
            <a:off x="3219450" y="2857500"/>
            <a:ext cx="1190625" cy="704850"/>
          </a:xfrm>
          <a:prstGeom xmlns:a="http://schemas.openxmlformats.org/drawingml/2006/main" prst="roundRect">
            <a:avLst>
              <a:gd name="adj" fmla="val 10811"/>
            </a:avLst>
          </a:prstGeom>
          <a:solidFill xmlns:a="http://schemas.openxmlformats.org/drawingml/2006/main">
            <a:srgbClr val="E9F6F4"/>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725">
                <a:solidFill>
                  <a:srgbClr val="133449"/>
                </a:solidFill>
                <a:latin typeface="Arial"/>
                <a:ea typeface="Arial"/>
                <a:cs typeface="Arial"/>
              </a:defRPr>
            </a:defPPr>
          </a:lstStyle>
          <a:p xmlns:a="http://schemas.openxmlformats.org/drawingml/2006/main">
            <a:pPr algn="ctr">
              <a:defRPr sz="1725">
                <a:solidFill>
                  <a:srgbClr val="133449"/>
                </a:solidFill>
                <a:latin typeface="Arial"/>
                <a:ea typeface="Arial"/>
                <a:cs typeface="Arial"/>
              </a:defRPr>
            </a:pPr>
            <a:r>
              <a:rPr sz="1725">
                <a:solidFill>
                  <a:srgbClr val="133449"/>
                </a:solidFill>
                <a:latin typeface="Arial"/>
                <a:ea typeface="Arial"/>
                <a:cs typeface="Arial"/>
              </a:rPr>
              <a:t>Intake</a:t>
            </a:r>
          </a:p>
        </p:txBody>
      </p:sp>
      <p:sp>
        <p:nvSpPr>
          <p:cNvPr id="15" name="">
            <a:extLst xmlns:a="http://schemas.openxmlformats.org/drawingml/2006/main">
              <a:ext uri="{FF2B5EF4-FFF2-40B4-BE49-F238E27FC236}">
                <a16:creationId xmlns:a16="http://schemas.microsoft.com/office/drawing/2014/main" id="{07B471E9-79A2-4150-8AB5-C8CEE04FE1B3}"/>
              </a:ext>
            </a:extLst>
          </p:cNvPr>
          <p:cNvSpPr>
            <a:spLocks xmlns:a="http://schemas.openxmlformats.org/drawingml/2006/main" noGrp="1"/>
          </p:cNvSpPr>
          <p:nvPr/>
        </p:nvSpPr>
        <p:spPr>
          <a:xfrm xmlns:a="http://schemas.openxmlformats.org/drawingml/2006/main">
            <a:off x="4886325" y="2857500"/>
            <a:ext cx="1752600" cy="704850"/>
          </a:xfrm>
          <a:prstGeom xmlns:a="http://schemas.openxmlformats.org/drawingml/2006/main" prst="roundRect">
            <a:avLst>
              <a:gd name="adj" fmla="val 10811"/>
            </a:avLst>
          </a:prstGeom>
          <a:solidFill xmlns:a="http://schemas.openxmlformats.org/drawingml/2006/main">
            <a:srgbClr val="E9F6F4"/>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575">
                <a:solidFill>
                  <a:srgbClr val="133449"/>
                </a:solidFill>
                <a:latin typeface="Arial"/>
                <a:ea typeface="Arial"/>
                <a:cs typeface="Arial"/>
              </a:defRPr>
            </a:defPPr>
          </a:lstStyle>
          <a:p xmlns:a="http://schemas.openxmlformats.org/drawingml/2006/main">
            <a:pPr algn="ctr">
              <a:defRPr sz="1575">
                <a:solidFill>
                  <a:srgbClr val="133449"/>
                </a:solidFill>
                <a:latin typeface="Arial"/>
                <a:ea typeface="Arial"/>
                <a:cs typeface="Arial"/>
              </a:defRPr>
            </a:pPr>
            <a:r>
              <a:rPr sz="1575">
                <a:solidFill>
                  <a:srgbClr val="133449"/>
                </a:solidFill>
                <a:latin typeface="Arial"/>
                <a:ea typeface="Arial"/>
                <a:cs typeface="Arial"/>
              </a:rPr>
              <a:t>Requirements</a:t>
            </a:r>
          </a:p>
          <a:p xmlns:a="http://schemas.openxmlformats.org/drawingml/2006/main">
            <a:pPr algn="ctr">
              <a:defRPr sz="1575">
                <a:solidFill>
                  <a:srgbClr val="133449"/>
                </a:solidFill>
                <a:latin typeface="Arial"/>
                <a:ea typeface="Arial"/>
                <a:cs typeface="Arial"/>
              </a:defRPr>
            </a:pPr>
            <a:r>
              <a:rPr sz="1575">
                <a:solidFill>
                  <a:srgbClr val="133449"/>
                </a:solidFill>
                <a:latin typeface="Arial"/>
                <a:ea typeface="Arial"/>
                <a:cs typeface="Arial"/>
              </a:rPr>
              <a:t>and design</a:t>
            </a:r>
          </a:p>
        </p:txBody>
      </p:sp>
      <p:sp>
        <p:nvSpPr>
          <p:cNvPr id="17" name="">
            <a:extLst xmlns:a="http://schemas.openxmlformats.org/drawingml/2006/main">
              <a:ext uri="{FF2B5EF4-FFF2-40B4-BE49-F238E27FC236}">
                <a16:creationId xmlns:a16="http://schemas.microsoft.com/office/drawing/2014/main" id="{F664BF70-0D20-4D07-B01F-E61FFE8E3761}"/>
              </a:ext>
            </a:extLst>
          </p:cNvPr>
          <p:cNvSpPr>
            <a:spLocks xmlns:a="http://schemas.openxmlformats.org/drawingml/2006/main" noGrp="1"/>
          </p:cNvSpPr>
          <p:nvPr/>
        </p:nvSpPr>
        <p:spPr>
          <a:xfrm xmlns:a="http://schemas.openxmlformats.org/drawingml/2006/main">
            <a:off x="7115175" y="2857500"/>
            <a:ext cx="1381125" cy="704850"/>
          </a:xfrm>
          <a:prstGeom xmlns:a="http://schemas.openxmlformats.org/drawingml/2006/main" prst="roundRect">
            <a:avLst>
              <a:gd name="adj" fmla="val 10811"/>
            </a:avLst>
          </a:prstGeom>
          <a:solidFill xmlns:a="http://schemas.openxmlformats.org/drawingml/2006/main">
            <a:srgbClr val="E9F6F4"/>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575">
                <a:solidFill>
                  <a:srgbClr val="133449"/>
                </a:solidFill>
                <a:latin typeface="Arial"/>
                <a:ea typeface="Arial"/>
                <a:cs typeface="Arial"/>
              </a:defRPr>
            </a:defPPr>
          </a:lstStyle>
          <a:p xmlns:a="http://schemas.openxmlformats.org/drawingml/2006/main">
            <a:pPr algn="ctr">
              <a:defRPr sz="1575">
                <a:solidFill>
                  <a:srgbClr val="133449"/>
                </a:solidFill>
                <a:latin typeface="Arial"/>
                <a:ea typeface="Arial"/>
                <a:cs typeface="Arial"/>
              </a:defRPr>
            </a:pPr>
            <a:r>
              <a:rPr sz="1575">
                <a:solidFill>
                  <a:srgbClr val="133449"/>
                </a:solidFill>
                <a:latin typeface="Arial"/>
                <a:ea typeface="Arial"/>
                <a:cs typeface="Arial"/>
              </a:rPr>
              <a:t>Implement</a:t>
            </a:r>
          </a:p>
          <a:p xmlns:a="http://schemas.openxmlformats.org/drawingml/2006/main">
            <a:pPr algn="ctr">
              <a:defRPr sz="1575">
                <a:solidFill>
                  <a:srgbClr val="133449"/>
                </a:solidFill>
                <a:latin typeface="Arial"/>
                <a:ea typeface="Arial"/>
                <a:cs typeface="Arial"/>
              </a:defRPr>
            </a:pPr>
            <a:r>
              <a:rPr sz="1575">
                <a:solidFill>
                  <a:srgbClr val="133449"/>
                </a:solidFill>
                <a:latin typeface="Arial"/>
                <a:ea typeface="Arial"/>
                <a:cs typeface="Arial"/>
              </a:rPr>
              <a:t>patch</a:t>
            </a:r>
          </a:p>
        </p:txBody>
      </p:sp>
      <p:sp>
        <p:nvSpPr>
          <p:cNvPr id="19" name="">
            <a:extLst xmlns:a="http://schemas.openxmlformats.org/drawingml/2006/main">
              <a:ext uri="{FF2B5EF4-FFF2-40B4-BE49-F238E27FC236}">
                <a16:creationId xmlns:a16="http://schemas.microsoft.com/office/drawing/2014/main" id="{9A5E1DAE-8D68-436A-A04C-7DDEF5191028}"/>
              </a:ext>
            </a:extLst>
          </p:cNvPr>
          <p:cNvSpPr>
            <a:spLocks xmlns:a="http://schemas.openxmlformats.org/drawingml/2006/main" noGrp="1"/>
          </p:cNvSpPr>
          <p:nvPr/>
        </p:nvSpPr>
        <p:spPr>
          <a:xfrm xmlns:a="http://schemas.openxmlformats.org/drawingml/2006/main">
            <a:off x="4943475" y="370522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C88"/>
                </a:solidFill>
                <a:latin typeface="Arial"/>
                <a:ea typeface="Arial"/>
                <a:cs typeface="Arial"/>
              </a:defRPr>
            </a:defPPr>
          </a:lstStyle>
          <a:p xmlns:a="http://schemas.openxmlformats.org/drawingml/2006/main">
            <a:pPr>
              <a:defRPr sz="1350" b="1">
                <a:solidFill>
                  <a:srgbClr val="008C88"/>
                </a:solidFill>
                <a:latin typeface="Arial"/>
                <a:ea typeface="Arial"/>
                <a:cs typeface="Arial"/>
              </a:defRPr>
            </a:pPr>
            <a:r>
              <a:rPr sz="1350" b="1">
                <a:solidFill>
                  <a:srgbClr val="008C88"/>
                </a:solidFill>
                <a:latin typeface="Arial"/>
                <a:ea typeface="Arial"/>
                <a:cs typeface="Arial"/>
              </a:rPr>
              <a:t>Human approval</a:t>
            </a:r>
          </a:p>
        </p:txBody>
      </p:sp>
      <p:sp>
        <p:nvSpPr>
          <p:cNvPr id="20" name="">
            <a:extLst xmlns:a="http://schemas.openxmlformats.org/drawingml/2006/main">
              <a:ext uri="{FF2B5EF4-FFF2-40B4-BE49-F238E27FC236}">
                <a16:creationId xmlns:a16="http://schemas.microsoft.com/office/drawing/2014/main" id="{188E0551-5E8F-4B94-BB76-39E466135644}"/>
              </a:ext>
            </a:extLst>
          </p:cNvPr>
          <p:cNvSpPr>
            <a:spLocks xmlns:a="http://schemas.openxmlformats.org/drawingml/2006/main" noGrp="1"/>
          </p:cNvSpPr>
          <p:nvPr/>
        </p:nvSpPr>
        <p:spPr>
          <a:xfrm xmlns:a="http://schemas.openxmlformats.org/drawingml/2006/main">
            <a:off x="9048750" y="1771650"/>
            <a:ext cx="1981200" cy="561975"/>
          </a:xfrm>
          <a:prstGeom xmlns:a="http://schemas.openxmlformats.org/drawingml/2006/main" prst="roundRect">
            <a:avLst>
              <a:gd name="adj" fmla="val 13559"/>
            </a:avLst>
          </a:prstGeom>
          <a:solidFill xmlns:a="http://schemas.openxmlformats.org/drawingml/2006/main">
            <a:srgbClr val="FFFFFF"/>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575">
                <a:solidFill>
                  <a:srgbClr val="133449"/>
                </a:solidFill>
                <a:latin typeface="Arial"/>
                <a:ea typeface="Arial"/>
                <a:cs typeface="Arial"/>
              </a:defRPr>
            </a:defPPr>
          </a:lstStyle>
          <a:p xmlns:a="http://schemas.openxmlformats.org/drawingml/2006/main">
            <a:pPr algn="ctr">
              <a:defRPr sz="1575">
                <a:solidFill>
                  <a:srgbClr val="133449"/>
                </a:solidFill>
                <a:latin typeface="Arial"/>
                <a:ea typeface="Arial"/>
                <a:cs typeface="Arial"/>
              </a:defRPr>
            </a:pPr>
            <a:r>
              <a:rPr sz="1575">
                <a:solidFill>
                  <a:srgbClr val="133449"/>
                </a:solidFill>
                <a:latin typeface="Arial"/>
                <a:ea typeface="Arial"/>
                <a:cs typeface="Arial"/>
              </a:rPr>
              <a:t>Correctness</a:t>
            </a:r>
          </a:p>
        </p:txBody>
      </p:sp>
      <p:sp>
        <p:nvSpPr>
          <p:cNvPr id="21" name="">
            <a:extLst xmlns:a="http://schemas.openxmlformats.org/drawingml/2006/main">
              <a:ext uri="{FF2B5EF4-FFF2-40B4-BE49-F238E27FC236}">
                <a16:creationId xmlns:a16="http://schemas.microsoft.com/office/drawing/2014/main" id="{CF0D8D0F-8C1F-4795-80D4-50165C56420F}"/>
              </a:ext>
            </a:extLst>
          </p:cNvPr>
          <p:cNvSpPr>
            <a:spLocks xmlns:a="http://schemas.openxmlformats.org/drawingml/2006/main" noGrp="1"/>
          </p:cNvSpPr>
          <p:nvPr/>
        </p:nvSpPr>
        <p:spPr>
          <a:xfrm xmlns:a="http://schemas.openxmlformats.org/drawingml/2006/main">
            <a:off x="9048750" y="2809875"/>
            <a:ext cx="1981200" cy="561975"/>
          </a:xfrm>
          <a:prstGeom xmlns:a="http://schemas.openxmlformats.org/drawingml/2006/main" prst="roundRect">
            <a:avLst>
              <a:gd name="adj" fmla="val 13559"/>
            </a:avLst>
          </a:prstGeom>
          <a:solidFill xmlns:a="http://schemas.openxmlformats.org/drawingml/2006/main">
            <a:srgbClr val="FFFFFF"/>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425">
                <a:solidFill>
                  <a:srgbClr val="133449"/>
                </a:solidFill>
                <a:latin typeface="Arial"/>
                <a:ea typeface="Arial"/>
                <a:cs typeface="Arial"/>
              </a:defRPr>
            </a:defPPr>
          </a:lstStyle>
          <a:p xmlns:a="http://schemas.openxmlformats.org/drawingml/2006/main">
            <a:pPr algn="ctr">
              <a:defRPr sz="1425">
                <a:solidFill>
                  <a:srgbClr val="133449"/>
                </a:solidFill>
                <a:latin typeface="Arial"/>
                <a:ea typeface="Arial"/>
                <a:cs typeface="Arial"/>
              </a:defRPr>
            </a:pPr>
            <a:r>
              <a:rPr sz="1425">
                <a:solidFill>
                  <a:srgbClr val="133449"/>
                </a:solidFill>
                <a:latin typeface="Arial"/>
                <a:ea typeface="Arial"/>
                <a:cs typeface="Arial"/>
              </a:rPr>
              <a:t>Security / architecture</a:t>
            </a:r>
          </a:p>
        </p:txBody>
      </p:sp>
      <p:sp>
        <p:nvSpPr>
          <p:cNvPr id="24" name="">
            <a:extLst xmlns:a="http://schemas.openxmlformats.org/drawingml/2006/main">
              <a:ext uri="{FF2B5EF4-FFF2-40B4-BE49-F238E27FC236}">
                <a16:creationId xmlns:a16="http://schemas.microsoft.com/office/drawing/2014/main" id="{133515CB-C88A-40F8-8181-2F867670FAA6}"/>
              </a:ext>
            </a:extLst>
          </p:cNvPr>
          <p:cNvSpPr>
            <a:spLocks xmlns:a="http://schemas.openxmlformats.org/drawingml/2006/main" noGrp="1"/>
          </p:cNvSpPr>
          <p:nvPr/>
        </p:nvSpPr>
        <p:spPr>
          <a:xfrm xmlns:a="http://schemas.openxmlformats.org/drawingml/2006/main">
            <a:off x="9048750" y="3914775"/>
            <a:ext cx="1981200" cy="619125"/>
          </a:xfrm>
          <a:prstGeom xmlns:a="http://schemas.openxmlformats.org/drawingml/2006/main" prst="roundRect">
            <a:avLst>
              <a:gd name="adj" fmla="val 12308"/>
            </a:avLst>
          </a:prstGeom>
          <a:solidFill xmlns:a="http://schemas.openxmlformats.org/drawingml/2006/main">
            <a:srgbClr val="E9F6F4"/>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500">
                <a:solidFill>
                  <a:srgbClr val="133449"/>
                </a:solidFill>
                <a:latin typeface="Arial"/>
                <a:ea typeface="Arial"/>
                <a:cs typeface="Arial"/>
              </a:defRPr>
            </a:defPPr>
          </a:lstStyle>
          <a:p xmlns:a="http://schemas.openxmlformats.org/drawingml/2006/main">
            <a:pPr algn="ctr">
              <a:defRPr sz="1500">
                <a:solidFill>
                  <a:srgbClr val="133449"/>
                </a:solidFill>
                <a:latin typeface="Arial"/>
                <a:ea typeface="Arial"/>
                <a:cs typeface="Arial"/>
              </a:defRPr>
            </a:pPr>
            <a:r>
              <a:rPr sz="1500">
                <a:solidFill>
                  <a:srgbClr val="133449"/>
                </a:solidFill>
                <a:latin typeface="Arial"/>
                <a:ea typeface="Arial"/>
                <a:cs typeface="Arial"/>
              </a:rPr>
              <a:t>Required review join</a:t>
            </a:r>
          </a:p>
        </p:txBody>
      </p:sp>
      <p:sp>
        <p:nvSpPr>
          <p:cNvPr id="27" name="">
            <a:extLst xmlns:a="http://schemas.openxmlformats.org/drawingml/2006/main">
              <a:ext uri="{FF2B5EF4-FFF2-40B4-BE49-F238E27FC236}">
                <a16:creationId xmlns:a16="http://schemas.microsoft.com/office/drawing/2014/main" id="{997D941B-1CDF-456B-92A4-2D23C1D685E5}"/>
              </a:ext>
            </a:extLst>
          </p:cNvPr>
          <p:cNvSpPr>
            <a:spLocks xmlns:a="http://schemas.openxmlformats.org/drawingml/2006/main" noGrp="1"/>
          </p:cNvSpPr>
          <p:nvPr/>
        </p:nvSpPr>
        <p:spPr>
          <a:xfrm xmlns:a="http://schemas.openxmlformats.org/drawingml/2006/main">
            <a:off x="7124700" y="4791075"/>
            <a:ext cx="1381125" cy="647700"/>
          </a:xfrm>
          <a:prstGeom xmlns:a="http://schemas.openxmlformats.org/drawingml/2006/main" prst="roundRect">
            <a:avLst>
              <a:gd name="adj" fmla="val 11765"/>
            </a:avLst>
          </a:prstGeom>
          <a:solidFill xmlns:a="http://schemas.openxmlformats.org/drawingml/2006/main">
            <a:srgbClr val="E9F6F4"/>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575">
                <a:solidFill>
                  <a:srgbClr val="133449"/>
                </a:solidFill>
                <a:latin typeface="Arial"/>
                <a:ea typeface="Arial"/>
                <a:cs typeface="Arial"/>
              </a:defRPr>
            </a:defPPr>
          </a:lstStyle>
          <a:p xmlns:a="http://schemas.openxmlformats.org/drawingml/2006/main">
            <a:pPr algn="ctr">
              <a:defRPr sz="1575">
                <a:solidFill>
                  <a:srgbClr val="133449"/>
                </a:solidFill>
                <a:latin typeface="Arial"/>
                <a:ea typeface="Arial"/>
                <a:cs typeface="Arial"/>
              </a:defRPr>
            </a:pPr>
            <a:r>
              <a:rPr sz="1575">
                <a:solidFill>
                  <a:srgbClr val="133449"/>
                </a:solidFill>
                <a:latin typeface="Arial"/>
                <a:ea typeface="Arial"/>
                <a:cs typeface="Arial"/>
              </a:rPr>
              <a:t>Policy gate</a:t>
            </a:r>
          </a:p>
        </p:txBody>
      </p:sp>
      <p:sp>
        <p:nvSpPr>
          <p:cNvPr id="29" name="">
            <a:extLst xmlns:a="http://schemas.openxmlformats.org/drawingml/2006/main">
              <a:ext uri="{FF2B5EF4-FFF2-40B4-BE49-F238E27FC236}">
                <a16:creationId xmlns:a16="http://schemas.microsoft.com/office/drawing/2014/main" id="{7104DB6C-0B46-4BB2-8D53-ADF891EBC0BB}"/>
              </a:ext>
            </a:extLst>
          </p:cNvPr>
          <p:cNvSpPr>
            <a:spLocks xmlns:a="http://schemas.openxmlformats.org/drawingml/2006/main" noGrp="1"/>
          </p:cNvSpPr>
          <p:nvPr/>
        </p:nvSpPr>
        <p:spPr>
          <a:xfrm xmlns:a="http://schemas.openxmlformats.org/drawingml/2006/main">
            <a:off x="4867275" y="4791075"/>
            <a:ext cx="1771650" cy="647700"/>
          </a:xfrm>
          <a:prstGeom xmlns:a="http://schemas.openxmlformats.org/drawingml/2006/main" prst="roundRect">
            <a:avLst>
              <a:gd name="adj" fmla="val 11765"/>
            </a:avLst>
          </a:prstGeom>
          <a:solidFill xmlns:a="http://schemas.openxmlformats.org/drawingml/2006/main">
            <a:srgbClr val="E9F6F4"/>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575">
                <a:solidFill>
                  <a:srgbClr val="133449"/>
                </a:solidFill>
                <a:latin typeface="Arial"/>
                <a:ea typeface="Arial"/>
                <a:cs typeface="Arial"/>
              </a:defRPr>
            </a:defPPr>
          </a:lstStyle>
          <a:p xmlns:a="http://schemas.openxmlformats.org/drawingml/2006/main">
            <a:pPr algn="ctr">
              <a:defRPr sz="1575">
                <a:solidFill>
                  <a:srgbClr val="133449"/>
                </a:solidFill>
                <a:latin typeface="Arial"/>
                <a:ea typeface="Arial"/>
                <a:cs typeface="Arial"/>
              </a:defRPr>
            </a:pPr>
            <a:r>
              <a:rPr sz="1575">
                <a:solidFill>
                  <a:srgbClr val="133449"/>
                </a:solidFill>
                <a:latin typeface="Arial"/>
                <a:ea typeface="Arial"/>
                <a:cs typeface="Arial"/>
              </a:rPr>
              <a:t>Verify and</a:t>
            </a:r>
          </a:p>
          <a:p xmlns:a="http://schemas.openxmlformats.org/drawingml/2006/main">
            <a:pPr algn="ctr">
              <a:defRPr sz="1575">
                <a:solidFill>
                  <a:srgbClr val="133449"/>
                </a:solidFill>
                <a:latin typeface="Arial"/>
                <a:ea typeface="Arial"/>
                <a:cs typeface="Arial"/>
              </a:defRPr>
            </a:pPr>
            <a:r>
              <a:rPr sz="1575">
                <a:solidFill>
                  <a:srgbClr val="133449"/>
                </a:solidFill>
                <a:latin typeface="Arial"/>
                <a:ea typeface="Arial"/>
                <a:cs typeface="Arial"/>
              </a:rPr>
              <a:t>human release</a:t>
            </a:r>
          </a:p>
        </p:txBody>
      </p:sp>
      <p:sp>
        <p:nvSpPr>
          <p:cNvPr id="31" name="">
            <a:extLst xmlns:a="http://schemas.openxmlformats.org/drawingml/2006/main">
              <a:ext uri="{FF2B5EF4-FFF2-40B4-BE49-F238E27FC236}">
                <a16:creationId xmlns:a16="http://schemas.microsoft.com/office/drawing/2014/main" id="{A28CDB6F-8C88-4B4E-BE01-4CC614B0C9CB}"/>
              </a:ext>
            </a:extLst>
          </p:cNvPr>
          <p:cNvSpPr>
            <a:spLocks xmlns:a="http://schemas.openxmlformats.org/drawingml/2006/main" noGrp="1"/>
          </p:cNvSpPr>
          <p:nvPr/>
        </p:nvSpPr>
        <p:spPr>
          <a:xfrm xmlns:a="http://schemas.openxmlformats.org/drawingml/2006/main">
            <a:off x="6457950" y="55435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8C88"/>
                </a:solidFill>
                <a:latin typeface="Arial"/>
                <a:ea typeface="Arial"/>
                <a:cs typeface="Arial"/>
              </a:defRPr>
            </a:defPPr>
          </a:lstStyle>
          <a:p xmlns:a="http://schemas.openxmlformats.org/drawingml/2006/main">
            <a:pPr>
              <a:defRPr sz="1350" b="1">
                <a:solidFill>
                  <a:srgbClr val="008C88"/>
                </a:solidFill>
                <a:latin typeface="Arial"/>
                <a:ea typeface="Arial"/>
                <a:cs typeface="Arial"/>
              </a:defRPr>
            </a:pPr>
            <a:r>
              <a:rPr sz="1350" b="1">
                <a:solidFill>
                  <a:srgbClr val="008C88"/>
                </a:solidFill>
                <a:latin typeface="Arial"/>
                <a:ea typeface="Arial"/>
                <a:cs typeface="Arial"/>
              </a:rPr>
              <a:t>Pass</a:t>
            </a:r>
          </a:p>
        </p:txBody>
      </p:sp>
      <p:sp>
        <p:nvSpPr>
          <p:cNvPr id="33" name="">
            <a:extLst xmlns:a="http://schemas.openxmlformats.org/drawingml/2006/main">
              <a:ext uri="{FF2B5EF4-FFF2-40B4-BE49-F238E27FC236}">
                <a16:creationId xmlns:a16="http://schemas.microsoft.com/office/drawing/2014/main" id="{B6C0B7F0-E385-409B-81B8-9EB9D2944921}"/>
              </a:ext>
            </a:extLst>
          </p:cNvPr>
          <p:cNvSpPr>
            <a:spLocks xmlns:a="http://schemas.openxmlformats.org/drawingml/2006/main" noGrp="1"/>
          </p:cNvSpPr>
          <p:nvPr/>
        </p:nvSpPr>
        <p:spPr>
          <a:xfrm xmlns:a="http://schemas.openxmlformats.org/drawingml/2006/main">
            <a:off x="7143750" y="41052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A36116"/>
                </a:solidFill>
                <a:latin typeface="Arial"/>
                <a:ea typeface="Arial"/>
                <a:cs typeface="Arial"/>
              </a:defRPr>
            </a:defPPr>
          </a:lstStyle>
          <a:p xmlns:a="http://schemas.openxmlformats.org/drawingml/2006/main">
            <a:pPr>
              <a:defRPr sz="1275" b="0">
                <a:solidFill>
                  <a:srgbClr val="A36116"/>
                </a:solidFill>
                <a:latin typeface="Arial"/>
                <a:ea typeface="Arial"/>
                <a:cs typeface="Arial"/>
              </a:defRPr>
            </a:pPr>
            <a:r>
              <a:rPr sz="1275" b="0">
                <a:solidFill>
                  <a:srgbClr val="A36116"/>
                </a:solidFill>
                <a:latin typeface="Arial"/>
                <a:ea typeface="Arial"/>
                <a:cs typeface="Arial"/>
              </a:rPr>
              <a:t>Rework within budget</a:t>
            </a:r>
          </a:p>
        </p:txBody>
      </p:sp>
      <p:sp>
        <p:nvSpPr>
          <p:cNvPr id="34" name="">
            <a:extLst xmlns:a="http://schemas.openxmlformats.org/drawingml/2006/main">
              <a:ext uri="{FF2B5EF4-FFF2-40B4-BE49-F238E27FC236}">
                <a16:creationId xmlns:a16="http://schemas.microsoft.com/office/drawing/2014/main" id="{65D7A56A-8202-4344-ABAB-3C3172EE34D7}"/>
              </a:ext>
            </a:extLst>
          </p:cNvPr>
          <p:cNvSpPr>
            <a:spLocks xmlns:a="http://schemas.openxmlformats.org/drawingml/2006/main" noGrp="1"/>
          </p:cNvSpPr>
          <p:nvPr/>
        </p:nvSpPr>
        <p:spPr>
          <a:xfrm xmlns:a="http://schemas.openxmlformats.org/drawingml/2006/main">
            <a:off x="609600" y="5715000"/>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4717E"/>
                </a:solidFill>
                <a:latin typeface="Arial"/>
                <a:ea typeface="Arial"/>
                <a:cs typeface="Arial"/>
              </a:defRPr>
            </a:defPPr>
          </a:lstStyle>
          <a:p xmlns:a="http://schemas.openxmlformats.org/drawingml/2006/main">
            <a:pPr>
              <a:defRPr sz="1650" b="0">
                <a:solidFill>
                  <a:srgbClr val="54717E"/>
                </a:solidFill>
                <a:latin typeface="Arial"/>
                <a:ea typeface="Arial"/>
                <a:cs typeface="Arial"/>
              </a:defRPr>
            </a:pPr>
            <a:r>
              <a:rPr sz="1650" b="0">
                <a:solidFill>
                  <a:srgbClr val="54717E"/>
                </a:solidFill>
                <a:latin typeface="Arial"/>
                <a:ea typeface="Arial"/>
                <a:cs typeface="Arial"/>
              </a:rPr>
              <a:t>Blocked or exhausted: human action</a:t>
            </a:r>
          </a:p>
        </p:txBody>
      </p:sp>
    </p:spTree>
    <p:extLst>
      <p:ext uri="{BB962C8B-B14F-4D97-AF65-F5344CB8AC3E}">
        <p14:creationId xmlns:p14="http://schemas.microsoft.com/office/powerpoint/2010/main" val="7682284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D6EE38A-E3C7-4243-A60E-3188758C8889}"/>
              </a:ext>
            </a:extLst>
          </p:cNvPr>
          <p:cNvSpPr>
            <a:spLocks xmlns:a="http://schemas.openxmlformats.org/drawingml/2006/main" noGrp="1"/>
          </p:cNvSpPr>
          <p:nvPr/>
        </p:nvSpPr>
        <p:spPr>
          <a:xfrm xmlns:a="http://schemas.openxmlformats.org/drawingml/2006/main">
            <a:off x="609600" y="51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3449"/>
                </a:solidFill>
                <a:latin typeface="Arial"/>
                <a:ea typeface="Arial"/>
                <a:cs typeface="Arial"/>
              </a:defRPr>
            </a:defPPr>
          </a:lstStyle>
          <a:p xmlns:a="http://schemas.openxmlformats.org/drawingml/2006/main">
            <a:pPr>
              <a:defRPr sz="3150" b="1">
                <a:solidFill>
                  <a:srgbClr val="133449"/>
                </a:solidFill>
                <a:latin typeface="Arial"/>
                <a:ea typeface="Arial"/>
                <a:cs typeface="Arial"/>
              </a:defRPr>
            </a:pPr>
            <a:r>
              <a:rPr sz="3150" b="1">
                <a:solidFill>
                  <a:srgbClr val="133449"/>
                </a:solidFill>
                <a:latin typeface="Arial"/>
                <a:ea typeface="Arial"/>
                <a:cs typeface="Arial"/>
              </a:rPr>
              <a:t>Trust and control</a:t>
            </a:r>
          </a:p>
        </p:txBody>
      </p:sp>
      <p:sp>
        <p:nvSpPr>
          <p:cNvPr id="2" name="">
            <a:extLst xmlns:a="http://schemas.openxmlformats.org/drawingml/2006/main">
              <a:ext uri="{FF2B5EF4-FFF2-40B4-BE49-F238E27FC236}">
                <a16:creationId xmlns:a16="http://schemas.microsoft.com/office/drawing/2014/main" id="{6A9028B9-B44D-44C6-A409-87D5F92B6455}"/>
              </a:ext>
            </a:extLst>
          </p:cNvPr>
          <p:cNvSpPr>
            <a:spLocks xmlns:a="http://schemas.openxmlformats.org/drawingml/2006/main" noGrp="1"/>
          </p:cNvSpPr>
          <p:nvPr/>
        </p:nvSpPr>
        <p:spPr>
          <a:xfrm xmlns:a="http://schemas.openxmlformats.org/drawingml/2006/main">
            <a:off x="609600" y="6353175"/>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08C88"/>
                </a:solidFill>
                <a:latin typeface="Arial"/>
                <a:ea typeface="Arial"/>
                <a:cs typeface="Arial"/>
              </a:defRPr>
            </a:defPPr>
          </a:lstStyle>
          <a:p xmlns:a="http://schemas.openxmlformats.org/drawingml/2006/main">
            <a:pPr>
              <a:defRPr sz="1200" b="1">
                <a:solidFill>
                  <a:srgbClr val="008C88"/>
                </a:solidFill>
                <a:latin typeface="Arial"/>
                <a:ea typeface="Arial"/>
                <a:cs typeface="Arial"/>
              </a:defRPr>
            </a:pPr>
            <a:r>
              <a:rPr sz="1200" b="1">
                <a:solidFill>
                  <a:srgbClr val="008C88"/>
                </a:solidFill>
                <a:latin typeface="Arial"/>
                <a:ea typeface="Arial"/>
                <a:cs typeface="Arial"/>
              </a:rPr>
              <a:t>MobileHeal</a:t>
            </a:r>
          </a:p>
        </p:txBody>
      </p:sp>
      <p:sp>
        <p:nvSpPr>
          <p:cNvPr id="3" name="">
            <a:extLst xmlns:a="http://schemas.openxmlformats.org/drawingml/2006/main">
              <a:ext uri="{FF2B5EF4-FFF2-40B4-BE49-F238E27FC236}">
                <a16:creationId xmlns:a16="http://schemas.microsoft.com/office/drawing/2014/main" id="{30096B8C-E8E9-4D7F-BF92-CB15A15AB975}"/>
              </a:ext>
            </a:extLst>
          </p:cNvPr>
          <p:cNvSpPr>
            <a:spLocks xmlns:a="http://schemas.openxmlformats.org/drawingml/2006/main" noGrp="1"/>
          </p:cNvSpPr>
          <p:nvPr/>
        </p:nvSpPr>
        <p:spPr>
          <a:xfrm xmlns:a="http://schemas.openxmlformats.org/drawingml/2006/main">
            <a:off x="11096625" y="63531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4717E"/>
                </a:solidFill>
                <a:latin typeface="Arial"/>
                <a:ea typeface="Arial"/>
                <a:cs typeface="Arial"/>
              </a:defRPr>
            </a:defPPr>
          </a:lstStyle>
          <a:p xmlns:a="http://schemas.openxmlformats.org/drawingml/2006/main">
            <a:pPr>
              <a:defRPr sz="1200" b="0">
                <a:solidFill>
                  <a:srgbClr val="54717E"/>
                </a:solidFill>
                <a:latin typeface="Arial"/>
                <a:ea typeface="Arial"/>
                <a:cs typeface="Arial"/>
              </a:defRPr>
            </a:pPr>
            <a:r>
              <a:rPr sz="1200" b="0">
                <a:solidFill>
                  <a:srgbClr val="54717E"/>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5D3BCAA3-A860-4963-A16F-82104C283A4D}"/>
              </a:ext>
            </a:extLst>
          </p:cNvPr>
          <p:cNvSpPr>
            <a:spLocks xmlns:a="http://schemas.openxmlformats.org/drawingml/2006/main" noGrp="1"/>
          </p:cNvSpPr>
          <p:nvPr/>
        </p:nvSpPr>
        <p:spPr>
          <a:xfrm xmlns:a="http://schemas.openxmlformats.org/drawingml/2006/main">
            <a:off x="609600" y="1438275"/>
            <a:ext cx="5238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8C88"/>
                </a:solidFill>
                <a:latin typeface="Arial"/>
                <a:ea typeface="Arial"/>
                <a:cs typeface="Arial"/>
              </a:defRPr>
            </a:defPPr>
          </a:lstStyle>
          <a:p xmlns:a="http://schemas.openxmlformats.org/drawingml/2006/main">
            <a:pPr>
              <a:defRPr sz="2325" b="1">
                <a:solidFill>
                  <a:srgbClr val="008C88"/>
                </a:solidFill>
                <a:latin typeface="Arial"/>
                <a:ea typeface="Arial"/>
                <a:cs typeface="Arial"/>
              </a:defRPr>
            </a:pPr>
            <a:r>
              <a:rPr sz="2325" b="1">
                <a:solidFill>
                  <a:srgbClr val="008C88"/>
                </a:solidFill>
                <a:latin typeface="Arial"/>
                <a:ea typeface="Arial"/>
                <a:cs typeface="Arial"/>
              </a:rPr>
              <a:t>Evidence confidence</a:t>
            </a:r>
          </a:p>
        </p:txBody>
      </p:sp>
      <p:sp>
        <p:nvSpPr>
          <p:cNvPr id="5" name="">
            <a:extLst xmlns:a="http://schemas.openxmlformats.org/drawingml/2006/main">
              <a:ext uri="{FF2B5EF4-FFF2-40B4-BE49-F238E27FC236}">
                <a16:creationId xmlns:a16="http://schemas.microsoft.com/office/drawing/2014/main" id="{6A8878C3-78D9-4687-AFE3-53A0D8920185}"/>
              </a:ext>
            </a:extLst>
          </p:cNvPr>
          <p:cNvSpPr>
            <a:spLocks xmlns:a="http://schemas.openxmlformats.org/drawingml/2006/main" noGrp="1"/>
          </p:cNvSpPr>
          <p:nvPr/>
        </p:nvSpPr>
        <p:spPr>
          <a:xfrm xmlns:a="http://schemas.openxmlformats.org/drawingml/2006/main">
            <a:off x="609600" y="2028825"/>
            <a:ext cx="5048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4717E"/>
                </a:solidFill>
                <a:latin typeface="Arial"/>
                <a:ea typeface="Arial"/>
                <a:cs typeface="Arial"/>
              </a:defRPr>
            </a:defPPr>
          </a:lstStyle>
          <a:p xmlns:a="http://schemas.openxmlformats.org/drawingml/2006/main">
            <a:pPr>
              <a:defRPr sz="1875" b="0">
                <a:solidFill>
                  <a:srgbClr val="54717E"/>
                </a:solidFill>
                <a:latin typeface="Arial"/>
                <a:ea typeface="Arial"/>
                <a:cs typeface="Arial"/>
              </a:defRPr>
            </a:pPr>
            <a:r>
              <a:rPr sz="1875" b="0">
                <a:solidFill>
                  <a:srgbClr val="54717E"/>
                </a:solidFill>
                <a:latin typeface="Arial"/>
                <a:ea typeface="Arial"/>
                <a:cs typeface="Arial"/>
              </a:rPr>
              <a:t>A transparent score, not a probability of correctness</a:t>
            </a:r>
          </a:p>
        </p:txBody>
      </p:sp>
      <p:sp>
        <p:nvSpPr>
          <p:cNvPr id="6" name="">
            <a:extLst xmlns:a="http://schemas.openxmlformats.org/drawingml/2006/main">
              <a:ext uri="{FF2B5EF4-FFF2-40B4-BE49-F238E27FC236}">
                <a16:creationId xmlns:a16="http://schemas.microsoft.com/office/drawing/2014/main" id="{39CDFBA8-11F6-43D2-B119-D11D14C3D5AB}"/>
              </a:ext>
            </a:extLst>
          </p:cNvPr>
          <p:cNvSpPr>
            <a:spLocks xmlns:a="http://schemas.openxmlformats.org/drawingml/2006/main" noGrp="1"/>
          </p:cNvSpPr>
          <p:nvPr/>
        </p:nvSpPr>
        <p:spPr>
          <a:xfrm xmlns:a="http://schemas.openxmlformats.org/drawingml/2006/main">
            <a:off x="609600" y="32099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33449"/>
                </a:solidFill>
                <a:latin typeface="Arial"/>
                <a:ea typeface="Arial"/>
                <a:cs typeface="Arial"/>
              </a:defRPr>
            </a:defPPr>
          </a:lstStyle>
          <a:p xmlns:a="http://schemas.openxmlformats.org/drawingml/2006/main">
            <a:pPr>
              <a:defRPr sz="1725" b="0">
                <a:solidFill>
                  <a:srgbClr val="133449"/>
                </a:solidFill>
                <a:latin typeface="Arial"/>
                <a:ea typeface="Arial"/>
                <a:cs typeface="Arial"/>
              </a:defRPr>
            </a:pPr>
            <a:r>
              <a:rPr sz="1725" b="0">
                <a:solidFill>
                  <a:srgbClr val="133449"/>
                </a:solidFill>
                <a:latin typeface="Arial"/>
                <a:ea typeface="Arial"/>
                <a:cs typeface="Arial"/>
              </a:rPr>
              <a:t>Acceptance coverage</a:t>
            </a:r>
          </a:p>
        </p:txBody>
      </p:sp>
      <p:sp>
        <p:nvSpPr>
          <p:cNvPr id="7" name="">
            <a:extLst xmlns:a="http://schemas.openxmlformats.org/drawingml/2006/main">
              <a:ext uri="{FF2B5EF4-FFF2-40B4-BE49-F238E27FC236}">
                <a16:creationId xmlns:a16="http://schemas.microsoft.com/office/drawing/2014/main" id="{18CBCEED-E304-4FB5-BB1D-84EE4047FBF0}"/>
              </a:ext>
            </a:extLst>
          </p:cNvPr>
          <p:cNvSpPr>
            <a:spLocks xmlns:a="http://schemas.openxmlformats.org/drawingml/2006/main" noGrp="1"/>
          </p:cNvSpPr>
          <p:nvPr/>
        </p:nvSpPr>
        <p:spPr>
          <a:xfrm xmlns:a="http://schemas.openxmlformats.org/drawingml/2006/main">
            <a:off x="4981575" y="32099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8C88"/>
                </a:solidFill>
                <a:latin typeface="Arial"/>
                <a:ea typeface="Arial"/>
                <a:cs typeface="Arial"/>
              </a:defRPr>
            </a:defPPr>
          </a:lstStyle>
          <a:p xmlns:a="http://schemas.openxmlformats.org/drawingml/2006/main">
            <a:pPr>
              <a:defRPr sz="1725" b="1">
                <a:solidFill>
                  <a:srgbClr val="008C88"/>
                </a:solidFill>
                <a:latin typeface="Arial"/>
                <a:ea typeface="Arial"/>
                <a:cs typeface="Arial"/>
              </a:defRPr>
            </a:pPr>
            <a:r>
              <a:rPr sz="1725" b="1">
                <a:solidFill>
                  <a:srgbClr val="008C88"/>
                </a:solidFill>
                <a:latin typeface="Arial"/>
                <a:ea typeface="Arial"/>
                <a:cs typeface="Arial"/>
              </a:rPr>
              <a:t>30%</a:t>
            </a:r>
          </a:p>
        </p:txBody>
      </p:sp>
      <p:sp>
        <p:nvSpPr>
          <p:cNvPr id="8" name="">
            <a:extLst xmlns:a="http://schemas.openxmlformats.org/drawingml/2006/main">
              <a:ext uri="{FF2B5EF4-FFF2-40B4-BE49-F238E27FC236}">
                <a16:creationId xmlns:a16="http://schemas.microsoft.com/office/drawing/2014/main" id="{94811AAE-8EC2-43D5-9C95-63DA66355074}"/>
              </a:ext>
            </a:extLst>
          </p:cNvPr>
          <p:cNvSpPr>
            <a:spLocks xmlns:a="http://schemas.openxmlformats.org/drawingml/2006/main" noGrp="1"/>
          </p:cNvSpPr>
          <p:nvPr/>
        </p:nvSpPr>
        <p:spPr>
          <a:xfrm xmlns:a="http://schemas.openxmlformats.org/drawingml/2006/main">
            <a:off x="609600" y="37433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33449"/>
                </a:solidFill>
                <a:latin typeface="Arial"/>
                <a:ea typeface="Arial"/>
                <a:cs typeface="Arial"/>
              </a:defRPr>
            </a:defPPr>
          </a:lstStyle>
          <a:p xmlns:a="http://schemas.openxmlformats.org/drawingml/2006/main">
            <a:pPr>
              <a:defRPr sz="1725" b="0">
                <a:solidFill>
                  <a:srgbClr val="133449"/>
                </a:solidFill>
                <a:latin typeface="Arial"/>
                <a:ea typeface="Arial"/>
                <a:cs typeface="Arial"/>
              </a:defRPr>
            </a:pPr>
            <a:r>
              <a:rPr sz="1725" b="0">
                <a:solidFill>
                  <a:srgbClr val="133449"/>
                </a:solidFill>
                <a:latin typeface="Arial"/>
                <a:ea typeface="Arial"/>
                <a:cs typeface="Arial"/>
              </a:rPr>
              <a:t>Executed verification</a:t>
            </a:r>
          </a:p>
        </p:txBody>
      </p:sp>
      <p:sp>
        <p:nvSpPr>
          <p:cNvPr id="9" name="">
            <a:extLst xmlns:a="http://schemas.openxmlformats.org/drawingml/2006/main">
              <a:ext uri="{FF2B5EF4-FFF2-40B4-BE49-F238E27FC236}">
                <a16:creationId xmlns:a16="http://schemas.microsoft.com/office/drawing/2014/main" id="{C59D7A79-6733-4887-99FE-A38F24378254}"/>
              </a:ext>
            </a:extLst>
          </p:cNvPr>
          <p:cNvSpPr>
            <a:spLocks xmlns:a="http://schemas.openxmlformats.org/drawingml/2006/main" noGrp="1"/>
          </p:cNvSpPr>
          <p:nvPr/>
        </p:nvSpPr>
        <p:spPr>
          <a:xfrm xmlns:a="http://schemas.openxmlformats.org/drawingml/2006/main">
            <a:off x="4981575" y="37433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8C88"/>
                </a:solidFill>
                <a:latin typeface="Arial"/>
                <a:ea typeface="Arial"/>
                <a:cs typeface="Arial"/>
              </a:defRPr>
            </a:defPPr>
          </a:lstStyle>
          <a:p xmlns:a="http://schemas.openxmlformats.org/drawingml/2006/main">
            <a:pPr>
              <a:defRPr sz="1725" b="1">
                <a:solidFill>
                  <a:srgbClr val="008C88"/>
                </a:solidFill>
                <a:latin typeface="Arial"/>
                <a:ea typeface="Arial"/>
                <a:cs typeface="Arial"/>
              </a:defRPr>
            </a:pPr>
            <a:r>
              <a:rPr sz="1725" b="1">
                <a:solidFill>
                  <a:srgbClr val="008C88"/>
                </a:solidFill>
                <a:latin typeface="Arial"/>
                <a:ea typeface="Arial"/>
                <a:cs typeface="Arial"/>
              </a:rPr>
              <a:t>30%</a:t>
            </a:r>
          </a:p>
        </p:txBody>
      </p:sp>
      <p:sp>
        <p:nvSpPr>
          <p:cNvPr id="10" name="">
            <a:extLst xmlns:a="http://schemas.openxmlformats.org/drawingml/2006/main">
              <a:ext uri="{FF2B5EF4-FFF2-40B4-BE49-F238E27FC236}">
                <a16:creationId xmlns:a16="http://schemas.microsoft.com/office/drawing/2014/main" id="{6AA4F591-49D1-4D15-B6C2-B9C2A6A512FF}"/>
              </a:ext>
            </a:extLst>
          </p:cNvPr>
          <p:cNvSpPr>
            <a:spLocks xmlns:a="http://schemas.openxmlformats.org/drawingml/2006/main" noGrp="1"/>
          </p:cNvSpPr>
          <p:nvPr/>
        </p:nvSpPr>
        <p:spPr>
          <a:xfrm xmlns:a="http://schemas.openxmlformats.org/drawingml/2006/main">
            <a:off x="609600" y="42767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33449"/>
                </a:solidFill>
                <a:latin typeface="Arial"/>
                <a:ea typeface="Arial"/>
                <a:cs typeface="Arial"/>
              </a:defRPr>
            </a:defPPr>
          </a:lstStyle>
          <a:p xmlns:a="http://schemas.openxmlformats.org/drawingml/2006/main">
            <a:pPr>
              <a:defRPr sz="1725" b="0">
                <a:solidFill>
                  <a:srgbClr val="133449"/>
                </a:solidFill>
                <a:latin typeface="Arial"/>
                <a:ea typeface="Arial"/>
                <a:cs typeface="Arial"/>
              </a:defRPr>
            </a:pPr>
            <a:r>
              <a:rPr sz="1725" b="0">
                <a:solidFill>
                  <a:srgbClr val="133449"/>
                </a:solidFill>
                <a:latin typeface="Arial"/>
                <a:ea typeface="Arial"/>
                <a:cs typeface="Arial"/>
              </a:rPr>
              <a:t>Review completeness</a:t>
            </a:r>
          </a:p>
        </p:txBody>
      </p:sp>
      <p:sp>
        <p:nvSpPr>
          <p:cNvPr id="11" name="">
            <a:extLst xmlns:a="http://schemas.openxmlformats.org/drawingml/2006/main">
              <a:ext uri="{FF2B5EF4-FFF2-40B4-BE49-F238E27FC236}">
                <a16:creationId xmlns:a16="http://schemas.microsoft.com/office/drawing/2014/main" id="{4138CA3E-F0EC-4020-973A-8BAF08E37846}"/>
              </a:ext>
            </a:extLst>
          </p:cNvPr>
          <p:cNvSpPr>
            <a:spLocks xmlns:a="http://schemas.openxmlformats.org/drawingml/2006/main" noGrp="1"/>
          </p:cNvSpPr>
          <p:nvPr/>
        </p:nvSpPr>
        <p:spPr>
          <a:xfrm xmlns:a="http://schemas.openxmlformats.org/drawingml/2006/main">
            <a:off x="4981575" y="42767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8C88"/>
                </a:solidFill>
                <a:latin typeface="Arial"/>
                <a:ea typeface="Arial"/>
                <a:cs typeface="Arial"/>
              </a:defRPr>
            </a:defPPr>
          </a:lstStyle>
          <a:p xmlns:a="http://schemas.openxmlformats.org/drawingml/2006/main">
            <a:pPr>
              <a:defRPr sz="1725" b="1">
                <a:solidFill>
                  <a:srgbClr val="008C88"/>
                </a:solidFill>
                <a:latin typeface="Arial"/>
                <a:ea typeface="Arial"/>
                <a:cs typeface="Arial"/>
              </a:defRPr>
            </a:pPr>
            <a:r>
              <a:rPr sz="1725" b="1">
                <a:solidFill>
                  <a:srgbClr val="008C88"/>
                </a:solidFill>
                <a:latin typeface="Arial"/>
                <a:ea typeface="Arial"/>
                <a:cs typeface="Arial"/>
              </a:rPr>
              <a:t>25%</a:t>
            </a:r>
          </a:p>
        </p:txBody>
      </p:sp>
      <p:sp>
        <p:nvSpPr>
          <p:cNvPr id="12" name="">
            <a:extLst xmlns:a="http://schemas.openxmlformats.org/drawingml/2006/main">
              <a:ext uri="{FF2B5EF4-FFF2-40B4-BE49-F238E27FC236}">
                <a16:creationId xmlns:a16="http://schemas.microsoft.com/office/drawing/2014/main" id="{89FCB879-312F-4DF1-9208-8A70BA5BF018}"/>
              </a:ext>
            </a:extLst>
          </p:cNvPr>
          <p:cNvSpPr>
            <a:spLocks xmlns:a="http://schemas.openxmlformats.org/drawingml/2006/main" noGrp="1"/>
          </p:cNvSpPr>
          <p:nvPr/>
        </p:nvSpPr>
        <p:spPr>
          <a:xfrm xmlns:a="http://schemas.openxmlformats.org/drawingml/2006/main">
            <a:off x="609600" y="48101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33449"/>
                </a:solidFill>
                <a:latin typeface="Arial"/>
                <a:ea typeface="Arial"/>
                <a:cs typeface="Arial"/>
              </a:defRPr>
            </a:defPPr>
          </a:lstStyle>
          <a:p xmlns:a="http://schemas.openxmlformats.org/drawingml/2006/main">
            <a:pPr>
              <a:defRPr sz="1725" b="0">
                <a:solidFill>
                  <a:srgbClr val="133449"/>
                </a:solidFill>
                <a:latin typeface="Arial"/>
                <a:ea typeface="Arial"/>
                <a:cs typeface="Arial"/>
              </a:defRPr>
            </a:pPr>
            <a:r>
              <a:rPr sz="1725" b="0">
                <a:solidFill>
                  <a:srgbClr val="133449"/>
                </a:solidFill>
                <a:latin typeface="Arial"/>
                <a:ea typeface="Arial"/>
                <a:cs typeface="Arial"/>
              </a:rPr>
              <a:t>Provenance and reproduction</a:t>
            </a:r>
          </a:p>
        </p:txBody>
      </p:sp>
      <p:sp>
        <p:nvSpPr>
          <p:cNvPr id="13" name="">
            <a:extLst xmlns:a="http://schemas.openxmlformats.org/drawingml/2006/main">
              <a:ext uri="{FF2B5EF4-FFF2-40B4-BE49-F238E27FC236}">
                <a16:creationId xmlns:a16="http://schemas.microsoft.com/office/drawing/2014/main" id="{F9B5C34F-05CB-4125-8EE0-BE33FB112973}"/>
              </a:ext>
            </a:extLst>
          </p:cNvPr>
          <p:cNvSpPr>
            <a:spLocks xmlns:a="http://schemas.openxmlformats.org/drawingml/2006/main" noGrp="1"/>
          </p:cNvSpPr>
          <p:nvPr/>
        </p:nvSpPr>
        <p:spPr>
          <a:xfrm xmlns:a="http://schemas.openxmlformats.org/drawingml/2006/main">
            <a:off x="4981575" y="4810125"/>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8C88"/>
                </a:solidFill>
                <a:latin typeface="Arial"/>
                <a:ea typeface="Arial"/>
                <a:cs typeface="Arial"/>
              </a:defRPr>
            </a:defPPr>
          </a:lstStyle>
          <a:p xmlns:a="http://schemas.openxmlformats.org/drawingml/2006/main">
            <a:pPr>
              <a:defRPr sz="1725" b="1">
                <a:solidFill>
                  <a:srgbClr val="008C88"/>
                </a:solidFill>
                <a:latin typeface="Arial"/>
                <a:ea typeface="Arial"/>
                <a:cs typeface="Arial"/>
              </a:defRPr>
            </a:pPr>
            <a:r>
              <a:rPr sz="1725" b="1">
                <a:solidFill>
                  <a:srgbClr val="008C88"/>
                </a:solidFill>
                <a:latin typeface="Arial"/>
                <a:ea typeface="Arial"/>
                <a:cs typeface="Arial"/>
              </a:rPr>
              <a:t>15%</a:t>
            </a:r>
          </a:p>
        </p:txBody>
      </p:sp>
      <p:sp>
        <p:nvSpPr>
          <p:cNvPr id="14" name="">
            <a:extLst xmlns:a="http://schemas.openxmlformats.org/drawingml/2006/main">
              <a:ext uri="{FF2B5EF4-FFF2-40B4-BE49-F238E27FC236}">
                <a16:creationId xmlns:a16="http://schemas.microsoft.com/office/drawing/2014/main" id="{90D066DD-0325-4850-8B4B-6D95DB348D0E}"/>
              </a:ext>
            </a:extLst>
          </p:cNvPr>
          <p:cNvSpPr>
            <a:spLocks xmlns:a="http://schemas.openxmlformats.org/drawingml/2006/main" noGrp="1"/>
          </p:cNvSpPr>
          <p:nvPr/>
        </p:nvSpPr>
        <p:spPr>
          <a:xfrm xmlns:a="http://schemas.openxmlformats.org/drawingml/2006/main">
            <a:off x="6591300" y="1438275"/>
            <a:ext cx="4905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33449"/>
                </a:solidFill>
                <a:latin typeface="Arial"/>
                <a:ea typeface="Arial"/>
                <a:cs typeface="Arial"/>
              </a:defRPr>
            </a:defPPr>
          </a:lstStyle>
          <a:p xmlns:a="http://schemas.openxmlformats.org/drawingml/2006/main">
            <a:pPr>
              <a:defRPr sz="2325" b="1">
                <a:solidFill>
                  <a:srgbClr val="133449"/>
                </a:solidFill>
                <a:latin typeface="Arial"/>
                <a:ea typeface="Arial"/>
                <a:cs typeface="Arial"/>
              </a:defRPr>
            </a:pPr>
            <a:r>
              <a:rPr sz="2325" b="1">
                <a:solidFill>
                  <a:srgbClr val="133449"/>
                </a:solidFill>
                <a:latin typeface="Arial"/>
                <a:ea typeface="Arial"/>
                <a:cs typeface="Arial"/>
              </a:rPr>
              <a:t>Mandatory gates dominate the score</a:t>
            </a:r>
          </a:p>
        </p:txBody>
      </p:sp>
      <p:sp>
        <p:nvSpPr>
          <p:cNvPr id="15" name="">
            <a:extLst xmlns:a="http://schemas.openxmlformats.org/drawingml/2006/main">
              <a:ext uri="{FF2B5EF4-FFF2-40B4-BE49-F238E27FC236}">
                <a16:creationId xmlns:a16="http://schemas.microsoft.com/office/drawing/2014/main" id="{84EF316A-AA85-4A3B-AF06-5082D482A000}"/>
              </a:ext>
            </a:extLst>
          </p:cNvPr>
          <p:cNvSpPr>
            <a:spLocks xmlns:a="http://schemas.openxmlformats.org/drawingml/2006/main" noGrp="1"/>
          </p:cNvSpPr>
          <p:nvPr/>
        </p:nvSpPr>
        <p:spPr>
          <a:xfrm xmlns:a="http://schemas.openxmlformats.org/drawingml/2006/main">
            <a:off x="6591300" y="2476500"/>
            <a:ext cx="4905375"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4717E"/>
                </a:solidFill>
                <a:latin typeface="Arial"/>
                <a:ea typeface="Arial"/>
                <a:cs typeface="Arial"/>
              </a:defRPr>
            </a:defPPr>
          </a:lstStyle>
          <a:p xmlns:a="http://schemas.openxmlformats.org/drawingml/2006/main">
            <a:pPr>
              <a:defRPr sz="1875" b="0">
                <a:solidFill>
                  <a:srgbClr val="54717E"/>
                </a:solidFill>
                <a:latin typeface="Arial"/>
                <a:ea typeface="Arial"/>
                <a:cs typeface="Arial"/>
              </a:defRPr>
            </a:pPr>
            <a:r>
              <a:rPr sz="1875" b="0">
                <a:solidFill>
                  <a:srgbClr val="54717E"/>
                </a:solidFill>
                <a:latin typeface="Arial"/>
                <a:ea typeface="Arial"/>
                <a:cs typeface="Arial"/>
              </a:rPr>
              <a:t>Critical finding or failed required test</a:t>
            </a:r>
          </a:p>
          <a:p xmlns:a="http://schemas.openxmlformats.org/drawingml/2006/main">
            <a:pPr>
              <a:defRPr sz="1875" b="0">
                <a:solidFill>
                  <a:srgbClr val="54717E"/>
                </a:solidFill>
                <a:latin typeface="Arial"/>
                <a:ea typeface="Arial"/>
                <a:cs typeface="Arial"/>
              </a:defRPr>
            </a:pPr>
            <a:r>
              <a:rPr sz="1875" b="0">
                <a:solidFill>
                  <a:srgbClr val="54717E"/>
                </a:solidFill>
                <a:latin typeface="Arial"/>
                <a:ea typeface="Arial"/>
                <a:cs typeface="Arial"/>
              </a:rPr>
              <a:t>Missing reviewer or stale evidence</a:t>
            </a:r>
          </a:p>
          <a:p xmlns:a="http://schemas.openxmlformats.org/drawingml/2006/main">
            <a:pPr>
              <a:defRPr sz="1875" b="0">
                <a:solidFill>
                  <a:srgbClr val="54717E"/>
                </a:solidFill>
                <a:latin typeface="Arial"/>
                <a:ea typeface="Arial"/>
                <a:cs typeface="Arial"/>
              </a:defRPr>
            </a:pPr>
            <a:r>
              <a:rPr sz="1875" b="0">
                <a:solidFill>
                  <a:srgbClr val="54717E"/>
                </a:solidFill>
                <a:latin typeface="Arial"/>
                <a:ea typeface="Arial"/>
                <a:cs typeface="Arial"/>
              </a:rPr>
              <a:t>Unauthorized action</a:t>
            </a:r>
          </a:p>
          <a:p xmlns:a="http://schemas.openxmlformats.org/drawingml/2006/main">
            <a:pPr>
              <a:defRPr sz="1875" b="0">
                <a:solidFill>
                  <a:srgbClr val="54717E"/>
                </a:solidFill>
                <a:latin typeface="Arial"/>
                <a:ea typeface="Arial"/>
                <a:cs typeface="Arial"/>
              </a:defRPr>
            </a:pPr>
            <a:r>
              <a:rPr sz="1875" b="0">
                <a:solidFill>
                  <a:srgbClr val="54717E"/>
                </a:solidFill>
                <a:latin typeface="Arial"/>
                <a:ea typeface="Arial"/>
                <a:cs typeface="Arial"/>
              </a:rPr>
              <a:t>Missing human release approval</a:t>
            </a:r>
          </a:p>
        </p:txBody>
      </p:sp>
      <p:sp>
        <p:nvSpPr>
          <p:cNvPr id="16" name="">
            <a:extLst xmlns:a="http://schemas.openxmlformats.org/drawingml/2006/main">
              <a:ext uri="{FF2B5EF4-FFF2-40B4-BE49-F238E27FC236}">
                <a16:creationId xmlns:a16="http://schemas.microsoft.com/office/drawing/2014/main" id="{59763B89-787B-48EB-B085-F55BC3DCC050}"/>
              </a:ext>
            </a:extLst>
          </p:cNvPr>
          <p:cNvSpPr>
            <a:spLocks xmlns:a="http://schemas.openxmlformats.org/drawingml/2006/main" noGrp="1"/>
          </p:cNvSpPr>
          <p:nvPr/>
        </p:nvSpPr>
        <p:spPr>
          <a:xfrm xmlns:a="http://schemas.openxmlformats.org/drawingml/2006/main">
            <a:off x="6591300" y="4781550"/>
            <a:ext cx="4905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8C88"/>
                </a:solidFill>
                <a:latin typeface="Arial"/>
                <a:ea typeface="Arial"/>
                <a:cs typeface="Arial"/>
              </a:defRPr>
            </a:defPPr>
          </a:lstStyle>
          <a:p xmlns:a="http://schemas.openxmlformats.org/drawingml/2006/main">
            <a:pPr>
              <a:defRPr sz="1875" b="1">
                <a:solidFill>
                  <a:srgbClr val="008C88"/>
                </a:solidFill>
                <a:latin typeface="Arial"/>
                <a:ea typeface="Arial"/>
                <a:cs typeface="Arial"/>
              </a:defRPr>
            </a:pPr>
            <a:r>
              <a:rPr sz="1875" b="1">
                <a:solidFill>
                  <a:srgbClr val="008C88"/>
                </a:solidFill>
                <a:latin typeface="Arial"/>
                <a:ea typeface="Arial"/>
                <a:cs typeface="Arial"/>
              </a:rPr>
              <a:t>Bounded tools and rework</a:t>
            </a:r>
          </a:p>
        </p:txBody>
      </p:sp>
      <p:sp>
        <p:nvSpPr>
          <p:cNvPr id="17" name="">
            <a:extLst xmlns:a="http://schemas.openxmlformats.org/drawingml/2006/main">
              <a:ext uri="{FF2B5EF4-FFF2-40B4-BE49-F238E27FC236}">
                <a16:creationId xmlns:a16="http://schemas.microsoft.com/office/drawing/2014/main" id="{9DAEF91A-474D-4F19-A10C-270EE14527B8}"/>
              </a:ext>
            </a:extLst>
          </p:cNvPr>
          <p:cNvSpPr>
            <a:spLocks xmlns:a="http://schemas.openxmlformats.org/drawingml/2006/main" noGrp="1"/>
          </p:cNvSpPr>
          <p:nvPr/>
        </p:nvSpPr>
        <p:spPr>
          <a:xfrm xmlns:a="http://schemas.openxmlformats.org/drawingml/2006/main">
            <a:off x="6591300" y="5276850"/>
            <a:ext cx="4905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4717E"/>
                </a:solidFill>
                <a:latin typeface="Arial"/>
                <a:ea typeface="Arial"/>
                <a:cs typeface="Arial"/>
              </a:defRPr>
            </a:defPPr>
          </a:lstStyle>
          <a:p xmlns:a="http://schemas.openxmlformats.org/drawingml/2006/main">
            <a:pPr>
              <a:defRPr sz="1800" b="0">
                <a:solidFill>
                  <a:srgbClr val="54717E"/>
                </a:solidFill>
                <a:latin typeface="Arial"/>
                <a:ea typeface="Arial"/>
                <a:cs typeface="Arial"/>
              </a:defRPr>
            </a:pPr>
            <a:r>
              <a:rPr sz="1800" b="0">
                <a:solidFill>
                  <a:srgbClr val="54717E"/>
                </a:solidFill>
                <a:latin typeface="Arial"/>
                <a:ea typeface="Arial"/>
                <a:cs typeface="Arial"/>
              </a:rPr>
              <a:t>Audit records, cancellation and recovery</a:t>
            </a:r>
          </a:p>
          <a:p xmlns:a="http://schemas.openxmlformats.org/drawingml/2006/main">
            <a:pPr>
              <a:defRPr sz="1800" b="0">
                <a:solidFill>
                  <a:srgbClr val="54717E"/>
                </a:solidFill>
                <a:latin typeface="Arial"/>
                <a:ea typeface="Arial"/>
                <a:cs typeface="Arial"/>
              </a:defRPr>
            </a:pPr>
            <a:r>
              <a:rPr sz="1800" b="0">
                <a:solidFill>
                  <a:srgbClr val="54717E"/>
                </a:solidFill>
                <a:latin typeface="Arial"/>
                <a:ea typeface="Arial"/>
                <a:cs typeface="Arial"/>
              </a:rPr>
              <a:t>keep each run accountable.</a:t>
            </a:r>
          </a:p>
        </p:txBody>
      </p:sp>
    </p:spTree>
    <p:extLst>
      <p:ext uri="{BB962C8B-B14F-4D97-AF65-F5344CB8AC3E}">
        <p14:creationId xmlns:p14="http://schemas.microsoft.com/office/powerpoint/2010/main" val="8458701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1F0627E3-12D5-4CA3-A776-571AD5DCACE8}"/>
              </a:ext>
            </a:extLst>
          </p:cNvPr>
          <p:cNvCxnSpPr>
            <a:stCxn xmlns:a="http://schemas.openxmlformats.org/drawingml/2006/main" id="12" idx="2"/>
            <a:endCxn xmlns:a="http://schemas.openxmlformats.org/drawingml/2006/main" id="15" idx="0"/>
          </p:cNvCxnSpPr>
          <p:nvPr/>
        </p:nvCxnSpPr>
        <p:spPr>
          <a:xfrm xmlns:a="http://schemas.openxmlformats.org/drawingml/2006/main">
            <a:off x="8810625" y="4114800"/>
            <a:ext cx="0" cy="542925"/>
          </a:xfrm>
          <a:prstGeom xmlns:a="http://schemas.openxmlformats.org/drawingml/2006/main" prst="straightConnector1">
            <a:avLst/>
          </a:prstGeom>
          <a:ln xmlns:a="http://schemas.openxmlformats.org/drawingml/2006/main" w="19050">
            <a:solidFill>
              <a:srgbClr val="008C88"/>
            </a:solidFill>
            <a:prstDash val="solid"/>
            <a:tailEnd type="arrow" w="med" len="med"/>
          </a:ln>
        </p:spPr>
      </p:cxnSp>
      <p:cxnSp>
        <p:nvCxnSpPr>
          <p:cNvPr id="16" name="">
            <a:extLst xmlns:a="http://schemas.openxmlformats.org/drawingml/2006/main">
              <a:ext uri="{FF2B5EF4-FFF2-40B4-BE49-F238E27FC236}">
                <a16:creationId xmlns:a16="http://schemas.microsoft.com/office/drawing/2014/main" id="{19D6C51D-4327-4E26-A80C-FCD45E8A6A81}"/>
              </a:ext>
            </a:extLst>
          </p:cNvPr>
          <p:cNvCxnSpPr>
            <a:stCxn xmlns:a="http://schemas.openxmlformats.org/drawingml/2006/main" id="12" idx="1"/>
            <a:endCxn xmlns:a="http://schemas.openxmlformats.org/drawingml/2006/main" id="14" idx="0"/>
          </p:cNvCxnSpPr>
          <p:nvPr/>
        </p:nvCxnSpPr>
        <p:spPr>
          <a:xfrm xmlns:a="http://schemas.openxmlformats.org/drawingml/2006/main" flipH="1">
            <a:off x="6457950" y="3795713"/>
            <a:ext cx="1495425" cy="862013"/>
          </a:xfrm>
          <a:prstGeom xmlns:a="http://schemas.openxmlformats.org/drawingml/2006/main" prst="bentConnector2">
            <a:avLst/>
          </a:prstGeom>
          <a:ln xmlns:a="http://schemas.openxmlformats.org/drawingml/2006/main" w="19050">
            <a:solidFill>
              <a:srgbClr val="008C88"/>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D5271378-BBDE-4CFC-9E40-C40F7D6798FA}"/>
              </a:ext>
            </a:extLst>
          </p:cNvPr>
          <p:cNvCxnSpPr>
            <a:stCxn xmlns:a="http://schemas.openxmlformats.org/drawingml/2006/main" id="10" idx="2"/>
            <a:endCxn xmlns:a="http://schemas.openxmlformats.org/drawingml/2006/main" id="12" idx="0"/>
          </p:cNvCxnSpPr>
          <p:nvPr/>
        </p:nvCxnSpPr>
        <p:spPr>
          <a:xfrm xmlns:a="http://schemas.openxmlformats.org/drawingml/2006/main">
            <a:off x="8810625" y="2895600"/>
            <a:ext cx="0" cy="581025"/>
          </a:xfrm>
          <a:prstGeom xmlns:a="http://schemas.openxmlformats.org/drawingml/2006/main" prst="straightConnector1">
            <a:avLst/>
          </a:prstGeom>
          <a:ln xmlns:a="http://schemas.openxmlformats.org/drawingml/2006/main" w="19050">
            <a:solidFill>
              <a:srgbClr val="008C88"/>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048ADEEC-D81B-4250-B5FC-80118346D556}"/>
              </a:ext>
            </a:extLst>
          </p:cNvPr>
          <p:cNvCxnSpPr>
            <a:stCxn xmlns:a="http://schemas.openxmlformats.org/drawingml/2006/main" id="9" idx="3"/>
            <a:endCxn xmlns:a="http://schemas.openxmlformats.org/drawingml/2006/main" id="10" idx="1"/>
          </p:cNvCxnSpPr>
          <p:nvPr/>
        </p:nvCxnSpPr>
        <p:spPr>
          <a:xfrm xmlns:a="http://schemas.openxmlformats.org/drawingml/2006/main">
            <a:off x="7458075" y="2576513"/>
            <a:ext cx="495300" cy="0"/>
          </a:xfrm>
          <a:prstGeom xmlns:a="http://schemas.openxmlformats.org/drawingml/2006/main" prst="straightConnector1">
            <a:avLst/>
          </a:prstGeom>
          <a:ln xmlns:a="http://schemas.openxmlformats.org/drawingml/2006/main" w="19050">
            <a:solidFill>
              <a:srgbClr val="008C88"/>
            </a:solidFill>
            <a:prstDash val="solid"/>
            <a:tailEnd type="arrow" w="med" len="med"/>
          </a:ln>
        </p:spPr>
      </p:cxnSp>
      <p:sp>
        <p:nvSpPr>
          <p:cNvPr id="20" name="">
            <a:extLst xmlns:a="http://schemas.openxmlformats.org/drawingml/2006/main">
              <a:ext uri="{FF2B5EF4-FFF2-40B4-BE49-F238E27FC236}">
                <a16:creationId xmlns:a16="http://schemas.microsoft.com/office/drawing/2014/main" id="{A3C6BCB3-B3B4-4E96-8954-1037C630818F}"/>
              </a:ext>
            </a:extLst>
          </p:cNvPr>
          <p:cNvSpPr>
            <a:spLocks xmlns:a="http://schemas.openxmlformats.org/drawingml/2006/main" noGrp="1"/>
          </p:cNvSpPr>
          <p:nvPr/>
        </p:nvSpPr>
        <p:spPr>
          <a:xfrm xmlns:a="http://schemas.openxmlformats.org/drawingml/2006/main">
            <a:off x="609600" y="51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3449"/>
                </a:solidFill>
                <a:latin typeface="Arial"/>
                <a:ea typeface="Arial"/>
                <a:cs typeface="Arial"/>
              </a:defRPr>
            </a:defPPr>
          </a:lstStyle>
          <a:p xmlns:a="http://schemas.openxmlformats.org/drawingml/2006/main">
            <a:pPr>
              <a:defRPr sz="3150" b="1">
                <a:solidFill>
                  <a:srgbClr val="133449"/>
                </a:solidFill>
                <a:latin typeface="Arial"/>
                <a:ea typeface="Arial"/>
                <a:cs typeface="Arial"/>
              </a:defRPr>
            </a:pPr>
            <a:r>
              <a:rPr sz="3150" b="1">
                <a:solidFill>
                  <a:srgbClr val="133449"/>
                </a:solidFill>
                <a:latin typeface="Arial"/>
                <a:ea typeface="Arial"/>
                <a:cs typeface="Arial"/>
              </a:rPr>
              <a:t>Production design and adoption</a:t>
            </a:r>
          </a:p>
        </p:txBody>
      </p:sp>
      <p:sp>
        <p:nvSpPr>
          <p:cNvPr id="2" name="">
            <a:extLst xmlns:a="http://schemas.openxmlformats.org/drawingml/2006/main">
              <a:ext uri="{FF2B5EF4-FFF2-40B4-BE49-F238E27FC236}">
                <a16:creationId xmlns:a16="http://schemas.microsoft.com/office/drawing/2014/main" id="{C0ED4923-5C2D-4485-9499-6C3F76D89C21}"/>
              </a:ext>
            </a:extLst>
          </p:cNvPr>
          <p:cNvSpPr>
            <a:spLocks xmlns:a="http://schemas.openxmlformats.org/drawingml/2006/main" noGrp="1"/>
          </p:cNvSpPr>
          <p:nvPr/>
        </p:nvSpPr>
        <p:spPr>
          <a:xfrm xmlns:a="http://schemas.openxmlformats.org/drawingml/2006/main">
            <a:off x="609600" y="6353175"/>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08C88"/>
                </a:solidFill>
                <a:latin typeface="Arial"/>
                <a:ea typeface="Arial"/>
                <a:cs typeface="Arial"/>
              </a:defRPr>
            </a:defPPr>
          </a:lstStyle>
          <a:p xmlns:a="http://schemas.openxmlformats.org/drawingml/2006/main">
            <a:pPr>
              <a:defRPr sz="1200" b="1">
                <a:solidFill>
                  <a:srgbClr val="008C88"/>
                </a:solidFill>
                <a:latin typeface="Arial"/>
                <a:ea typeface="Arial"/>
                <a:cs typeface="Arial"/>
              </a:defRPr>
            </a:pPr>
            <a:r>
              <a:rPr sz="1200" b="1">
                <a:solidFill>
                  <a:srgbClr val="008C88"/>
                </a:solidFill>
                <a:latin typeface="Arial"/>
                <a:ea typeface="Arial"/>
                <a:cs typeface="Arial"/>
              </a:rPr>
              <a:t>MobileHeal</a:t>
            </a:r>
          </a:p>
        </p:txBody>
      </p:sp>
      <p:sp>
        <p:nvSpPr>
          <p:cNvPr id="3" name="">
            <a:extLst xmlns:a="http://schemas.openxmlformats.org/drawingml/2006/main">
              <a:ext uri="{FF2B5EF4-FFF2-40B4-BE49-F238E27FC236}">
                <a16:creationId xmlns:a16="http://schemas.microsoft.com/office/drawing/2014/main" id="{D284D26B-A063-48DB-9611-7C14881D3954}"/>
              </a:ext>
            </a:extLst>
          </p:cNvPr>
          <p:cNvSpPr>
            <a:spLocks xmlns:a="http://schemas.openxmlformats.org/drawingml/2006/main" noGrp="1"/>
          </p:cNvSpPr>
          <p:nvPr/>
        </p:nvSpPr>
        <p:spPr>
          <a:xfrm xmlns:a="http://schemas.openxmlformats.org/drawingml/2006/main">
            <a:off x="11096625" y="63531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4717E"/>
                </a:solidFill>
                <a:latin typeface="Arial"/>
                <a:ea typeface="Arial"/>
                <a:cs typeface="Arial"/>
              </a:defRPr>
            </a:defPPr>
          </a:lstStyle>
          <a:p xmlns:a="http://schemas.openxmlformats.org/drawingml/2006/main">
            <a:pPr>
              <a:defRPr sz="1200" b="0">
                <a:solidFill>
                  <a:srgbClr val="54717E"/>
                </a:solidFill>
                <a:latin typeface="Arial"/>
                <a:ea typeface="Arial"/>
                <a:cs typeface="Arial"/>
              </a:defRPr>
            </a:pPr>
            <a:r>
              <a:rPr sz="1200" b="0">
                <a:solidFill>
                  <a:srgbClr val="54717E"/>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512DF080-31ED-4946-AB7D-143345DB59ED}"/>
              </a:ext>
            </a:extLst>
          </p:cNvPr>
          <p:cNvSpPr>
            <a:spLocks xmlns:a="http://schemas.openxmlformats.org/drawingml/2006/main" noGrp="1"/>
          </p:cNvSpPr>
          <p:nvPr/>
        </p:nvSpPr>
        <p:spPr>
          <a:xfrm xmlns:a="http://schemas.openxmlformats.org/drawingml/2006/main">
            <a:off x="609600" y="149542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8C88"/>
                </a:solidFill>
                <a:latin typeface="Arial"/>
                <a:ea typeface="Arial"/>
                <a:cs typeface="Arial"/>
              </a:defRPr>
            </a:defPPr>
          </a:lstStyle>
          <a:p xmlns:a="http://schemas.openxmlformats.org/drawingml/2006/main">
            <a:pPr>
              <a:defRPr sz="2100" b="1">
                <a:solidFill>
                  <a:srgbClr val="008C88"/>
                </a:solidFill>
                <a:latin typeface="Arial"/>
                <a:ea typeface="Arial"/>
                <a:cs typeface="Arial"/>
              </a:defRPr>
            </a:pPr>
            <a:r>
              <a:rPr sz="2100" b="1">
                <a:solidFill>
                  <a:srgbClr val="008C88"/>
                </a:solidFill>
                <a:latin typeface="Arial"/>
                <a:ea typeface="Arial"/>
                <a:cs typeface="Arial"/>
              </a:rPr>
              <a:t>Local evidence harness</a:t>
            </a:r>
          </a:p>
        </p:txBody>
      </p:sp>
      <p:sp>
        <p:nvSpPr>
          <p:cNvPr id="5" name="">
            <a:extLst xmlns:a="http://schemas.openxmlformats.org/drawingml/2006/main">
              <a:ext uri="{FF2B5EF4-FFF2-40B4-BE49-F238E27FC236}">
                <a16:creationId xmlns:a16="http://schemas.microsoft.com/office/drawing/2014/main" id="{3EC07081-9E1A-42EF-9527-C52F50F676FD}"/>
              </a:ext>
            </a:extLst>
          </p:cNvPr>
          <p:cNvSpPr>
            <a:spLocks xmlns:a="http://schemas.openxmlformats.org/drawingml/2006/main" noGrp="1"/>
          </p:cNvSpPr>
          <p:nvPr/>
        </p:nvSpPr>
        <p:spPr>
          <a:xfrm xmlns:a="http://schemas.openxmlformats.org/drawingml/2006/main">
            <a:off x="609600" y="2085975"/>
            <a:ext cx="3905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4717E"/>
                </a:solidFill>
                <a:latin typeface="Arial"/>
                <a:ea typeface="Arial"/>
                <a:cs typeface="Arial"/>
              </a:defRPr>
            </a:defPPr>
          </a:lstStyle>
          <a:p xmlns:a="http://schemas.openxmlformats.org/drawingml/2006/main">
            <a:pPr>
              <a:defRPr sz="1875" b="0">
                <a:solidFill>
                  <a:srgbClr val="54717E"/>
                </a:solidFill>
                <a:latin typeface="Arial"/>
                <a:ea typeface="Arial"/>
                <a:cs typeface="Arial"/>
              </a:defRPr>
            </a:pPr>
            <a:r>
              <a:rPr sz="1875" b="0">
                <a:solidFill>
                  <a:srgbClr val="54717E"/>
                </a:solidFill>
                <a:latin typeface="Arial"/>
                <a:ea typeface="Arial"/>
                <a:cs typeface="Arial"/>
              </a:rPr>
              <a:t>SQLite records retain stage evidence and actual fixed-command receipts. Local integrations remain simulated.</a:t>
            </a:r>
          </a:p>
        </p:txBody>
      </p:sp>
      <p:sp>
        <p:nvSpPr>
          <p:cNvPr id="6" name="">
            <a:extLst xmlns:a="http://schemas.openxmlformats.org/drawingml/2006/main">
              <a:ext uri="{FF2B5EF4-FFF2-40B4-BE49-F238E27FC236}">
                <a16:creationId xmlns:a16="http://schemas.microsoft.com/office/drawing/2014/main" id="{5DDB3AF9-3E6B-48E7-96D4-CCF682659D65}"/>
              </a:ext>
            </a:extLst>
          </p:cNvPr>
          <p:cNvSpPr>
            <a:spLocks xmlns:a="http://schemas.openxmlformats.org/drawingml/2006/main" noGrp="1"/>
          </p:cNvSpPr>
          <p:nvPr/>
        </p:nvSpPr>
        <p:spPr>
          <a:xfrm xmlns:a="http://schemas.openxmlformats.org/drawingml/2006/main">
            <a:off x="609600" y="4019550"/>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33449"/>
                </a:solidFill>
                <a:latin typeface="Arial"/>
                <a:ea typeface="Arial"/>
                <a:cs typeface="Arial"/>
              </a:defRPr>
            </a:defPPr>
          </a:lstStyle>
          <a:p xmlns:a="http://schemas.openxmlformats.org/drawingml/2006/main">
            <a:pPr>
              <a:defRPr sz="2100" b="1">
                <a:solidFill>
                  <a:srgbClr val="133449"/>
                </a:solidFill>
                <a:latin typeface="Arial"/>
                <a:ea typeface="Arial"/>
                <a:cs typeface="Arial"/>
              </a:defRPr>
            </a:pPr>
            <a:r>
              <a:rPr sz="2100" b="1">
                <a:solidFill>
                  <a:srgbClr val="133449"/>
                </a:solidFill>
                <a:latin typeface="Arial"/>
                <a:ea typeface="Arial"/>
                <a:cs typeface="Arial"/>
              </a:rPr>
              <a:t>Pilot acceptance</a:t>
            </a:r>
          </a:p>
        </p:txBody>
      </p:sp>
      <p:sp>
        <p:nvSpPr>
          <p:cNvPr id="7" name="">
            <a:extLst xmlns:a="http://schemas.openxmlformats.org/drawingml/2006/main">
              <a:ext uri="{FF2B5EF4-FFF2-40B4-BE49-F238E27FC236}">
                <a16:creationId xmlns:a16="http://schemas.microsoft.com/office/drawing/2014/main" id="{56800322-7D1B-495F-8C70-9F9682B85EFC}"/>
              </a:ext>
            </a:extLst>
          </p:cNvPr>
          <p:cNvSpPr>
            <a:spLocks xmlns:a="http://schemas.openxmlformats.org/drawingml/2006/main" noGrp="1"/>
          </p:cNvSpPr>
          <p:nvPr/>
        </p:nvSpPr>
        <p:spPr>
          <a:xfrm xmlns:a="http://schemas.openxmlformats.org/drawingml/2006/main">
            <a:off x="609600" y="4581525"/>
            <a:ext cx="4286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4717E"/>
                </a:solidFill>
                <a:latin typeface="Arial"/>
                <a:ea typeface="Arial"/>
                <a:cs typeface="Arial"/>
              </a:defRPr>
            </a:defPPr>
          </a:lstStyle>
          <a:p xmlns:a="http://schemas.openxmlformats.org/drawingml/2006/main">
            <a:pPr>
              <a:defRPr sz="1725" b="0">
                <a:solidFill>
                  <a:srgbClr val="54717E"/>
                </a:solidFill>
                <a:latin typeface="Arial"/>
                <a:ea typeface="Arial"/>
                <a:cs typeface="Arial"/>
              </a:defRPr>
            </a:pPr>
            <a:r>
              <a:rPr sz="1725" b="0">
                <a:solidFill>
                  <a:srgbClr val="54717E"/>
                </a:solidFill>
                <a:latin typeface="Arial"/>
                <a:ea typeface="Arial"/>
                <a:cs typeface="Arial"/>
              </a:rPr>
              <a:t>A reviewed change and reproduced crash</a:t>
            </a:r>
          </a:p>
          <a:p xmlns:a="http://schemas.openxmlformats.org/drawingml/2006/main">
            <a:pPr>
              <a:defRPr sz="1725" b="0">
                <a:solidFill>
                  <a:srgbClr val="54717E"/>
                </a:solidFill>
                <a:latin typeface="Arial"/>
                <a:ea typeface="Arial"/>
                <a:cs typeface="Arial"/>
              </a:defRPr>
            </a:pPr>
            <a:r>
              <a:rPr sz="1725" b="0">
                <a:solidFill>
                  <a:srgbClr val="54717E"/>
                </a:solidFill>
                <a:latin typeface="Arial"/>
                <a:ea typeface="Arial"/>
                <a:cs typeface="Arial"/>
              </a:rPr>
              <a:t>Commit-bound tests and approval</a:t>
            </a:r>
          </a:p>
          <a:p xmlns:a="http://schemas.openxmlformats.org/drawingml/2006/main">
            <a:pPr>
              <a:defRPr sz="1725" b="0">
                <a:solidFill>
                  <a:srgbClr val="54717E"/>
                </a:solidFill>
                <a:latin typeface="Arial"/>
                <a:ea typeface="Arial"/>
                <a:cs typeface="Arial"/>
              </a:defRPr>
            </a:pPr>
            <a:r>
              <a:rPr sz="1725" b="0">
                <a:solidFill>
                  <a:srgbClr val="54717E"/>
                </a:solidFill>
                <a:latin typeface="Arial"/>
                <a:ea typeface="Arial"/>
                <a:cs typeface="Arial"/>
              </a:rPr>
              <a:t>Blocked gates and recovery checks</a:t>
            </a:r>
          </a:p>
        </p:txBody>
      </p:sp>
      <p:sp>
        <p:nvSpPr>
          <p:cNvPr id="8" name="">
            <a:extLst xmlns:a="http://schemas.openxmlformats.org/drawingml/2006/main">
              <a:ext uri="{FF2B5EF4-FFF2-40B4-BE49-F238E27FC236}">
                <a16:creationId xmlns:a16="http://schemas.microsoft.com/office/drawing/2014/main" id="{53F90AEF-C0DA-47BA-8FB0-819C240E4890}"/>
              </a:ext>
            </a:extLst>
          </p:cNvPr>
          <p:cNvSpPr>
            <a:spLocks xmlns:a="http://schemas.openxmlformats.org/drawingml/2006/main" noGrp="1"/>
          </p:cNvSpPr>
          <p:nvPr/>
        </p:nvSpPr>
        <p:spPr>
          <a:xfrm xmlns:a="http://schemas.openxmlformats.org/drawingml/2006/main">
            <a:off x="5457825" y="1495425"/>
            <a:ext cx="609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8C88"/>
                </a:solidFill>
                <a:latin typeface="Arial"/>
                <a:ea typeface="Arial"/>
                <a:cs typeface="Arial"/>
              </a:defRPr>
            </a:defPPr>
          </a:lstStyle>
          <a:p xmlns:a="http://schemas.openxmlformats.org/drawingml/2006/main">
            <a:pPr>
              <a:defRPr sz="2100" b="1">
                <a:solidFill>
                  <a:srgbClr val="008C88"/>
                </a:solidFill>
                <a:latin typeface="Arial"/>
                <a:ea typeface="Arial"/>
                <a:cs typeface="Arial"/>
              </a:defRPr>
            </a:pPr>
            <a:r>
              <a:rPr sz="2100" b="1">
                <a:solidFill>
                  <a:srgbClr val="008C88"/>
                </a:solidFill>
                <a:latin typeface="Arial"/>
                <a:ea typeface="Arial"/>
                <a:cs typeface="Arial"/>
              </a:rPr>
              <a:t>Proposed production boundary</a:t>
            </a:r>
          </a:p>
        </p:txBody>
      </p:sp>
      <p:sp>
        <p:nvSpPr>
          <p:cNvPr id="9" name="">
            <a:extLst xmlns:a="http://schemas.openxmlformats.org/drawingml/2006/main">
              <a:ext uri="{FF2B5EF4-FFF2-40B4-BE49-F238E27FC236}">
                <a16:creationId xmlns:a16="http://schemas.microsoft.com/office/drawing/2014/main" id="{5769865E-F9BD-4642-A2A5-0D41C75592B1}"/>
              </a:ext>
            </a:extLst>
          </p:cNvPr>
          <p:cNvSpPr>
            <a:spLocks xmlns:a="http://schemas.openxmlformats.org/drawingml/2006/main" noGrp="1"/>
          </p:cNvSpPr>
          <p:nvPr/>
        </p:nvSpPr>
        <p:spPr>
          <a:xfrm xmlns:a="http://schemas.openxmlformats.org/drawingml/2006/main">
            <a:off x="5457825" y="2257425"/>
            <a:ext cx="200025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575">
                <a:solidFill>
                  <a:srgbClr val="133449"/>
                </a:solidFill>
                <a:latin typeface="Arial"/>
                <a:ea typeface="Arial"/>
                <a:cs typeface="Arial"/>
              </a:defRPr>
            </a:defPPr>
          </a:lstStyle>
          <a:p xmlns:a="http://schemas.openxmlformats.org/drawingml/2006/main">
            <a:pPr algn="ctr">
              <a:defRPr sz="1575">
                <a:solidFill>
                  <a:srgbClr val="133449"/>
                </a:solidFill>
                <a:latin typeface="Arial"/>
                <a:ea typeface="Arial"/>
                <a:cs typeface="Arial"/>
              </a:defRPr>
            </a:pPr>
            <a:r>
              <a:rPr sz="1575">
                <a:solidFill>
                  <a:srgbClr val="133449"/>
                </a:solidFill>
                <a:latin typeface="Arial"/>
                <a:ea typeface="Arial"/>
                <a:cs typeface="Arial"/>
              </a:rPr>
              <a:t>TLS + OIDC roles</a:t>
            </a:r>
          </a:p>
        </p:txBody>
      </p:sp>
      <p:sp>
        <p:nvSpPr>
          <p:cNvPr id="10" name="">
            <a:extLst xmlns:a="http://schemas.openxmlformats.org/drawingml/2006/main">
              <a:ext uri="{FF2B5EF4-FFF2-40B4-BE49-F238E27FC236}">
                <a16:creationId xmlns:a16="http://schemas.microsoft.com/office/drawing/2014/main" id="{F0FC5BB0-7A63-4A63-B4DC-E232CB39E8DA}"/>
              </a:ext>
            </a:extLst>
          </p:cNvPr>
          <p:cNvSpPr>
            <a:spLocks xmlns:a="http://schemas.openxmlformats.org/drawingml/2006/main" noGrp="1"/>
          </p:cNvSpPr>
          <p:nvPr/>
        </p:nvSpPr>
        <p:spPr>
          <a:xfrm xmlns:a="http://schemas.openxmlformats.org/drawingml/2006/main">
            <a:off x="7953375" y="2257425"/>
            <a:ext cx="1714500" cy="638175"/>
          </a:xfrm>
          <a:prstGeom xmlns:a="http://schemas.openxmlformats.org/drawingml/2006/main" prst="roundRect">
            <a:avLst>
              <a:gd name="adj" fmla="val 11940"/>
            </a:avLst>
          </a:prstGeom>
          <a:solidFill xmlns:a="http://schemas.openxmlformats.org/drawingml/2006/main">
            <a:srgbClr val="E9F6F4"/>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575">
                <a:solidFill>
                  <a:srgbClr val="133449"/>
                </a:solidFill>
                <a:latin typeface="Arial"/>
                <a:ea typeface="Arial"/>
                <a:cs typeface="Arial"/>
              </a:defRPr>
            </a:defPPr>
          </a:lstStyle>
          <a:p xmlns:a="http://schemas.openxmlformats.org/drawingml/2006/main">
            <a:pPr algn="ctr">
              <a:defRPr sz="1575">
                <a:solidFill>
                  <a:srgbClr val="133449"/>
                </a:solidFill>
                <a:latin typeface="Arial"/>
                <a:ea typeface="Arial"/>
                <a:cs typeface="Arial"/>
              </a:defRPr>
            </a:pPr>
            <a:r>
              <a:rPr sz="1575">
                <a:solidFill>
                  <a:srgbClr val="133449"/>
                </a:solidFill>
                <a:latin typeface="Arial"/>
                <a:ea typeface="Arial"/>
                <a:cs typeface="Arial"/>
              </a:rPr>
              <a:t>API service</a:t>
            </a:r>
          </a:p>
        </p:txBody>
      </p:sp>
      <p:sp>
        <p:nvSpPr>
          <p:cNvPr id="12" name="">
            <a:extLst xmlns:a="http://schemas.openxmlformats.org/drawingml/2006/main">
              <a:ext uri="{FF2B5EF4-FFF2-40B4-BE49-F238E27FC236}">
                <a16:creationId xmlns:a16="http://schemas.microsoft.com/office/drawing/2014/main" id="{0A88BBB8-534D-4A43-B2B0-BAC66BB8BAD1}"/>
              </a:ext>
            </a:extLst>
          </p:cNvPr>
          <p:cNvSpPr>
            <a:spLocks xmlns:a="http://schemas.openxmlformats.org/drawingml/2006/main" noGrp="1"/>
          </p:cNvSpPr>
          <p:nvPr/>
        </p:nvSpPr>
        <p:spPr>
          <a:xfrm xmlns:a="http://schemas.openxmlformats.org/drawingml/2006/main">
            <a:off x="7953375" y="3476625"/>
            <a:ext cx="1714500" cy="638175"/>
          </a:xfrm>
          <a:prstGeom xmlns:a="http://schemas.openxmlformats.org/drawingml/2006/main" prst="roundRect">
            <a:avLst>
              <a:gd name="adj" fmla="val 11940"/>
            </a:avLst>
          </a:prstGeom>
          <a:solidFill xmlns:a="http://schemas.openxmlformats.org/drawingml/2006/main">
            <a:srgbClr val="E9F6F4"/>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575">
                <a:solidFill>
                  <a:srgbClr val="133449"/>
                </a:solidFill>
                <a:latin typeface="Arial"/>
                <a:ea typeface="Arial"/>
                <a:cs typeface="Arial"/>
              </a:defRPr>
            </a:defPPr>
          </a:lstStyle>
          <a:p xmlns:a="http://schemas.openxmlformats.org/drawingml/2006/main">
            <a:pPr algn="ctr">
              <a:defRPr sz="1575">
                <a:solidFill>
                  <a:srgbClr val="133449"/>
                </a:solidFill>
                <a:latin typeface="Arial"/>
                <a:ea typeface="Arial"/>
                <a:cs typeface="Arial"/>
              </a:defRPr>
            </a:pPr>
            <a:r>
              <a:rPr sz="1575">
                <a:solidFill>
                  <a:srgbClr val="133449"/>
                </a:solidFill>
                <a:latin typeface="Arial"/>
                <a:ea typeface="Arial"/>
                <a:cs typeface="Arial"/>
              </a:rPr>
              <a:t>Isolated workers</a:t>
            </a:r>
          </a:p>
        </p:txBody>
      </p:sp>
      <p:sp>
        <p:nvSpPr>
          <p:cNvPr id="14" name="">
            <a:extLst xmlns:a="http://schemas.openxmlformats.org/drawingml/2006/main">
              <a:ext uri="{FF2B5EF4-FFF2-40B4-BE49-F238E27FC236}">
                <a16:creationId xmlns:a16="http://schemas.microsoft.com/office/drawing/2014/main" id="{0E22030E-E441-4908-BC9F-B3F465A77A92}"/>
              </a:ext>
            </a:extLst>
          </p:cNvPr>
          <p:cNvSpPr>
            <a:spLocks xmlns:a="http://schemas.openxmlformats.org/drawingml/2006/main" noGrp="1"/>
          </p:cNvSpPr>
          <p:nvPr/>
        </p:nvSpPr>
        <p:spPr>
          <a:xfrm xmlns:a="http://schemas.openxmlformats.org/drawingml/2006/main">
            <a:off x="5457825" y="4657725"/>
            <a:ext cx="200025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575">
                <a:solidFill>
                  <a:srgbClr val="133449"/>
                </a:solidFill>
                <a:latin typeface="Arial"/>
                <a:ea typeface="Arial"/>
                <a:cs typeface="Arial"/>
              </a:defRPr>
            </a:defPPr>
          </a:lstStyle>
          <a:p xmlns:a="http://schemas.openxmlformats.org/drawingml/2006/main">
            <a:pPr algn="ctr">
              <a:defRPr sz="1575">
                <a:solidFill>
                  <a:srgbClr val="133449"/>
                </a:solidFill>
                <a:latin typeface="Arial"/>
                <a:ea typeface="Arial"/>
                <a:cs typeface="Arial"/>
              </a:defRPr>
            </a:pPr>
            <a:r>
              <a:rPr sz="1575">
                <a:solidFill>
                  <a:srgbClr val="133449"/>
                </a:solidFill>
                <a:latin typeface="Arial"/>
                <a:ea typeface="Arial"/>
                <a:cs typeface="Arial"/>
              </a:rPr>
              <a:t>Persistent database</a:t>
            </a:r>
          </a:p>
        </p:txBody>
      </p:sp>
      <p:sp>
        <p:nvSpPr>
          <p:cNvPr id="15" name="">
            <a:extLst xmlns:a="http://schemas.openxmlformats.org/drawingml/2006/main">
              <a:ext uri="{FF2B5EF4-FFF2-40B4-BE49-F238E27FC236}">
                <a16:creationId xmlns:a16="http://schemas.microsoft.com/office/drawing/2014/main" id="{97B23531-5A11-4947-A44B-2C55853B80C4}"/>
              </a:ext>
            </a:extLst>
          </p:cNvPr>
          <p:cNvSpPr>
            <a:spLocks xmlns:a="http://schemas.openxmlformats.org/drawingml/2006/main" noGrp="1"/>
          </p:cNvSpPr>
          <p:nvPr/>
        </p:nvSpPr>
        <p:spPr>
          <a:xfrm xmlns:a="http://schemas.openxmlformats.org/drawingml/2006/main">
            <a:off x="7953375" y="4657725"/>
            <a:ext cx="171450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a:solidFill>
              <a:srgbClr val="B8CFD6"/>
            </a:solidFill>
          </a:ln>
        </p:spPr>
        <p:txBody>
          <a:bodyPr xmlns:a="http://schemas.openxmlformats.org/drawingml/2006/main" anchor="ctr"/>
          <a:lstStyle xmlns:a="http://schemas.openxmlformats.org/drawingml/2006/main">
            <a:defPPr algn="ctr">
              <a:defRPr sz="1575">
                <a:solidFill>
                  <a:srgbClr val="133449"/>
                </a:solidFill>
                <a:latin typeface="Arial"/>
                <a:ea typeface="Arial"/>
                <a:cs typeface="Arial"/>
              </a:defRPr>
            </a:defPPr>
          </a:lstStyle>
          <a:p xmlns:a="http://schemas.openxmlformats.org/drawingml/2006/main">
            <a:pPr algn="ctr">
              <a:defRPr sz="1575">
                <a:solidFill>
                  <a:srgbClr val="133449"/>
                </a:solidFill>
                <a:latin typeface="Arial"/>
                <a:ea typeface="Arial"/>
                <a:cs typeface="Arial"/>
              </a:defRPr>
            </a:pPr>
            <a:r>
              <a:rPr sz="1575">
                <a:solidFill>
                  <a:srgbClr val="133449"/>
                </a:solidFill>
                <a:latin typeface="Arial"/>
                <a:ea typeface="Arial"/>
                <a:cs typeface="Arial"/>
              </a:rPr>
              <a:t>Artifact storage</a:t>
            </a:r>
          </a:p>
        </p:txBody>
      </p:sp>
      <p:sp>
        <p:nvSpPr>
          <p:cNvPr id="18" name="">
            <a:extLst xmlns:a="http://schemas.openxmlformats.org/drawingml/2006/main">
              <a:ext uri="{FF2B5EF4-FFF2-40B4-BE49-F238E27FC236}">
                <a16:creationId xmlns:a16="http://schemas.microsoft.com/office/drawing/2014/main" id="{6F12D0B4-5F4C-46DA-B134-03F2844AB012}"/>
              </a:ext>
            </a:extLst>
          </p:cNvPr>
          <p:cNvSpPr>
            <a:spLocks xmlns:a="http://schemas.openxmlformats.org/drawingml/2006/main" noGrp="1"/>
          </p:cNvSpPr>
          <p:nvPr/>
        </p:nvSpPr>
        <p:spPr>
          <a:xfrm xmlns:a="http://schemas.openxmlformats.org/drawingml/2006/main">
            <a:off x="10001250" y="3238500"/>
            <a:ext cx="1571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4717E"/>
                </a:solidFill>
                <a:latin typeface="Arial"/>
                <a:ea typeface="Arial"/>
                <a:cs typeface="Arial"/>
              </a:defRPr>
            </a:defPPr>
          </a:lstStyle>
          <a:p xmlns:a="http://schemas.openxmlformats.org/drawingml/2006/main">
            <a:pPr>
              <a:defRPr sz="1575" b="0">
                <a:solidFill>
                  <a:srgbClr val="54717E"/>
                </a:solidFill>
                <a:latin typeface="Arial"/>
                <a:ea typeface="Arial"/>
                <a:cs typeface="Arial"/>
              </a:defRPr>
            </a:pPr>
            <a:r>
              <a:rPr sz="1575" b="0">
                <a:solidFill>
                  <a:srgbClr val="54717E"/>
                </a:solidFill>
                <a:latin typeface="Arial"/>
                <a:ea typeface="Arial"/>
                <a:cs typeface="Arial"/>
              </a:rPr>
              <a:t>Managed secrets</a:t>
            </a:r>
          </a:p>
        </p:txBody>
      </p:sp>
      <p:sp>
        <p:nvSpPr>
          <p:cNvPr id="19" name="">
            <a:extLst xmlns:a="http://schemas.openxmlformats.org/drawingml/2006/main">
              <a:ext uri="{FF2B5EF4-FFF2-40B4-BE49-F238E27FC236}">
                <a16:creationId xmlns:a16="http://schemas.microsoft.com/office/drawing/2014/main" id="{3CF3455B-C507-492B-BB9E-E571B6D3E437}"/>
              </a:ext>
            </a:extLst>
          </p:cNvPr>
          <p:cNvSpPr>
            <a:spLocks xmlns:a="http://schemas.openxmlformats.org/drawingml/2006/main" noGrp="1"/>
          </p:cNvSpPr>
          <p:nvPr/>
        </p:nvSpPr>
        <p:spPr>
          <a:xfrm xmlns:a="http://schemas.openxmlformats.org/drawingml/2006/main">
            <a:off x="5457825" y="5629275"/>
            <a:ext cx="6096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A36116"/>
                </a:solidFill>
                <a:latin typeface="Arial"/>
                <a:ea typeface="Arial"/>
                <a:cs typeface="Arial"/>
              </a:defRPr>
            </a:defPPr>
          </a:lstStyle>
          <a:p xmlns:a="http://schemas.openxmlformats.org/drawingml/2006/main">
            <a:pPr>
              <a:defRPr sz="1575" b="0">
                <a:solidFill>
                  <a:srgbClr val="A36116"/>
                </a:solidFill>
                <a:latin typeface="Arial"/>
                <a:ea typeface="Arial"/>
                <a:cs typeface="Arial"/>
              </a:defRPr>
            </a:pPr>
            <a:r>
              <a:rPr sz="1575" b="0">
                <a:solidFill>
                  <a:srgbClr val="A36116"/>
                </a:solidFill>
                <a:latin typeface="Arial"/>
                <a:ea typeface="Arial"/>
                <a:cs typeface="Arial"/>
              </a:rPr>
              <a:t>Native execution and live connectors remain unavailable</a:t>
            </a:r>
          </a:p>
        </p:txBody>
      </p:sp>
    </p:spTree>
    <p:extLst>
      <p:ext uri="{BB962C8B-B14F-4D97-AF65-F5344CB8AC3E}">
        <p14:creationId xmlns:p14="http://schemas.microsoft.com/office/powerpoint/2010/main" val="20916592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2026-10-10T18:39:44.1060000Z</dcterms:created>
  <dcterms:modified xsi:type="dcterms:W3CDTF">2026-10-10T18:39:44.1060000Z</dcterms:modified>
</coreProperties>
</file>